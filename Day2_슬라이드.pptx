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711" autoAdjust="0"/>
  </p:normalViewPr>
  <p:slideViewPr>
    <p:cSldViewPr snapToGrid="0" snapToObjects="1">
      <p:cViewPr varScale="1">
        <p:scale>
          <a:sx n="116" d="100"/>
          <a:sy n="116" d="100"/>
        </p:scale>
        <p:origin x="1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도입, 3분]
Day 2 입니다. 어제는 Java 에서 AIDL 로 Binder 를 썼고, 마지막에 raw BBinder 로 hello_server 를 띄워 trace 를 봤습니다. 오늘은 그 C++ 세계를 정면으로 다룹니다.
오늘의 흐름은 하나의 LED 서비스를 계속 발전시키는 것입니다. 실습 2 에서 기능 없는 BBinder 하나를 등록하고, 실습 3·4 에서 Proxy 와 Stub 을 손으로 쓰고, 실습 5·6 에서 Parcel 로 인자와 Callback 을 보내고, 실습 7 에서 그 전부를 .aidl 두 파일로 대체합니다. 여기까지 오면 "AIDL 이 대신 써 주는 코드" 를 전부 한 번씩 직접 써 본 상태가 됩니다.
오후에는 그 서비스에 UID 검사를 넣고(실습 8), init.rc 로 부팅 시 자동 시작시키고 SELinux 에 걸리는 것을 보고(실습 9), 같은 구조로 vendor 파티션의 HAL 을 만듭니다(실습 10). 마지막에 system_server 의 Java Service 가 오늘 만든 것과 같은 servicemanager 에 등록된다는 것을 소스에서 확인합니다(실습 11).
[운영] 오늘은 mm 빌드가 하루 종일 반복됩니다. 실습 1 에서 Android.bp 를 한 번에 등록해 Soong 분석을 아침에 한 번만 돌립니다. 이후에는 .cpp 만 고치므로 수십 초입니다. .bp 를 손대면 6분이 다시 나가니 강사 허락 없이 .bp 를 수정하지 않도록 공지하세요.
[확인] 어제 커스텀 Emulator 가 부팅되고 my_sp 가 실행되는 분 손 들어 주세요. 안 되는 분은 실습 1 시간에 같이 해결합니다.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2분]
Part 0 는 25분입니다. 환경 점검과 Android.bp 일괄 등록, 그리고 ctags/vim 입니다. 오늘부터 frameworks/native/libs/binder 소스를 직접 읽으므로 tags 를 만들어 두면 Ctrl+] 로 정의에 바로 갑니다.
Part 1 강의는 130분, 네 챕터입니다. Ch1 libbinder 계층이 45분으로 가장 깁니다. 여기서 ProcessState, IPCThreadState, BBinder, BpBinder, BnInterface, BpInterface 여섯 클래스를 확실히 잡아야 오후 실습이 편합니다.
Part 2 실습 305분. 실습 2 부터 7 까지는 같은 디렉토리 구조에서 파일을 늘려 가는 방식이라 앞 실습 코드를 복사해 이어 갑니다. 8 부터는 주제가 바뀝니다.
Part 3 은 strace 데모와 Worksheet 입니다.
[강조] 노란 상자. 오늘은 LED 서비스 하나를 여섯 단계로 발전시킵니다. 각 단계에서 "이전 단계와 무엇이 달라졌나" 를 물으면 수강생이 구조를 스스로 정리합니다.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3분 + 실습 25분]
실습 1 은 네 단계입니다.
1단계, 환경 확인. lunch 후 echo $OUT, Emulator 에서 adb root 와 getenforce. Permissive 가 나와야 합니다. Enforcing 이면 커스텀 이미지가 아닌 것이니 어제 실습 4 의 bat 파일로 다시 띄웁니다.
2단계, day2 디렉토리를 만들고 실습 2~10 의 소스 파일을 빈 파일로 touch 한 뒤 Android.bp 를 한 파일로 작성합니다. 문서에 완성본이 있으니 복사합니다. .aidl 은 빈 파일이면 aidl 컴파일이 실패하므로 최소 내용을 넣습니다. 이것도 문서에 있습니다.
3단계, m my_server_test_1 을 한 번 돌립니다. Soong 분석이 5~6분 돌고, 빈 .cpp 때문에 링크 오류가 납니다. 이것이 정상입니다. 목적은 분석을 끝내 두는 것입니다. 이후 mm 에서 analyzing Android.bp 가 다시 나오면 누군가 .bp 를 건드린 것입니다.
[운영] 3단계는 4명씩 조를 나눠 순차로 돌립니다. 동시에 돌리면 OOM 입니다.
4단계, ctags. sudo apt install exuberant-ctags 후 문서의 find … ctags -a 명령을 libbinder, servicemanager, day2 에 대해 실행합니다. ~/.vimrc 의 /home/worker 를 자기 계정으로 바꾸는 것을 잊지 않게 하세요. vim Binder.cpp 를 열고 :tag BBinder::onTransact 로 점프되면 성공입니다.
[체크포인트] 분석 통과 + :tag 점프. 두 가지가 되면 Ch1 강의로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1분]
Chapter 1, 45분. 어제 Java 에서 Stub 과 Proxy 를 썼습니다. 오늘은 그 아래 C++ 계층입니다. 여섯 클래스를 잡습니다. Process 당 하나인 ProcessState, Thread 당 하나인 IPCThreadState, 그리고 객체 쪽의 IBinder-BBinder-BpBinder 와 IInterface-BnInterface-BpInterface.
애니메이션 1~4 번을 이 챕터에서 씁니다. 목표는 실습 4 에서 BnLedService 를 쓸 때 "이 클래스가 왜 BBinder 이면서 ILedService 인지" 를 설명할 수 있는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8분, 애니메이션 1 전반 재생]
libbinder 를 두 축으로 나눕니다. 애니메이션 1 번을 재생하며 위 두 상자를 따라가세요.
왼쪽 ProcessState. Process 에 하나입니다. self() 를 처음 부르는 순간 /dev/binder 를 열고, BINDER_VERSION ioctl 로 Driver 버전을 확인하고, 1 MB 를 mmap 합니다. 어제 Transaction Buffer 라고 부른 그 1 MB 가 여기서 잡힙니다. 그리고 BINDER_SET_MAX_THREADS 로 Thread 상한 15 를 알려 줍니다. startThreadPool() 을 부르면 Driver 가 요청할 때 Binder Thread 를 만들어 줍니다. 안 부르면 main Thread 하나만 요청을 받습니다.
오른쪽 IPCThreadState. Thread 마다 하나, TLS 에 저장됩니다. transact() 가 실제 ioctl(BINDER_WRITE_READ) 를 부릅니다. joinThreadPool() 은 현재 Thread 를 Binder 요청 대기 루프로 만들고 반환하지 않습니다. 서버 main 의 마지막 줄입니다. getCallingUid/Pid 는 이 Thread 가 지금 처리 중인 Transaction 의 발신자입니다. 그래서 Stub Method 안에서만 의미가 있습니다.
아래 코드가 실습 2 의 서버 전체입니다. 다섯 줄입니다. ProcessState 생성, ServiceManager Proxy 획득, addService, Thread Pool 시작, joinThreadPool. 오늘 만드는 모든 서버가 이 골격입니다.
[질문] "startThreadPool 을 빼면 어떻게 될까요?" — 동작은 합니다. main Thread 가 joinThreadPool 에서 요청을 받으니까요. 다만 동시 요청이 오면 순차 처리됩니다. 실습 13 에서 tid 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8분, 애니메이션 1 후반]
객체 모델입니다. 두 트리가 있습니다.
IBinder 트리. IBinder 는 transact() 를 가진 추상 클래스입니다. 아래에 BBinder 와 BpBinder. BBinder 는 로컬 객체, onTransact 를 가집니다. BpBinder 는 원격 객체의 handle 을 감싼 것으로, transact 를 부르면 IPCThreadState 를 통해 Driver 로 갑니다.
IInterface 트리. 우리가 정의한 ILedService 같은 인터페이스가 여기 붙습니다. BnInterface&lt;I&gt; 는 BBinder 와 I 를 동시에 상속합니다. 이게 핵심입니다. 그래서 new LedService 를 addService 에 넘길 수 있고(BBinder 니까), 같은 객체의 ledOn() 을 부를 수도 있습니다(ILedService 니까). BpInterface&lt;I&gt; 는 I 를 구현하면서 remote() 로 BpBinder 를 가집니다.
표를 보세요. 실습 3~4 에서 만드는 네 클래스가 각각 어디에 붙는지입니다. ILedService 는 IInterface, BnLedService 는 BnInterface, BpLedService 는 BpInterface, LedService 는 BnLedService 를 상속합니다.
오른쪽은 Java 대응입니다. 어제 본 Stub 이 BnInterface, Stub.Proxy 가 BpInterface, asInterface 가 interface_cast 입니다. 이름만 다르고 구조는 같습니다. Worksheet 마지막 선잇기 문제가 이 표입니다.
[질문] "BpBinder 는 누가 만들까요?" — 우리가 만들지 않습니다. checkService 나 readStrongBinder 가 handle 을 받으면 ProcessState 가 BpBinder 를 만들어 줍니다. 우리는 그것을 interface_cast 로 감쌀 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7분, 애니메이션 2 재생]
어제 Java 에서 Stub.asInterface() 의 분기를 봤습니다. C++ 에서는 매크로 두 개가 그것을 만듭니다. 애니메이션 2 번을 재생하세요.
헤더의 DECLARE_META_INTERFACE(LedService). 이 한 줄이 static descriptor, static asInterface(), getInterfaceDescriptor() 를 선언합니다. .cpp 의 IMPLEMENT_META_INTERFACE(LedService, "android.my.ILedService") 가 그 본문을 만들고 문자열을 descriptor 로 박습니다. 이 문자열이 실습 4 에서 service list 의 대괄호 안에 보입니다.
interface_cast&lt;ILedService&gt;(binder) 는 그냥 ILedService::asInterface(binder) 입니다. asInterface 는 먼저 binder-&gt;queryLocalInterface(descriptor) 를 부릅니다. "이 IBinder 가 내 Process 의 BBinder 이고 이 descriptor 를 구현하는가." 그렇다면 그 객체 자체를 ILedService 포인터로 돌려줍니다. Binder 를 거치지 않는 직접 호출, 어제의 Same process: YES 입니다. 아니면 new BpLedService(binder), Proxy 입니다.
두 가지 실무 포인트. 첫째, 수작업 인터페이스는 Android 12 부터 경고를 내므로 .cpp 맨 위에 #define DO_NOT_CHECK_MANUAL_BINDER_INTERFACES 가 필요합니다. include 보다 먼저여야 합니다. 실습 3 트러블슈팅 1위입니다. 둘째, AIDL 이 생성한 코드에는 같은 매크로가 DO_NOT_DIRECTLY_USE_ME_ 접두사로 들어 있습니다. 실습 7 에서 찾게 하세요.
[질문] "descriptor 가 다른 두 서비스가 같은 이름으로 등록되면?" — 이름은 servicemanager 의 키라 나중 것이 덮어씁니다. descriptor 는 CHECK_INTERFACE 에서 검사되니 Client 가 잘못된 Proxy 로 부르면 PERMISSION_DENIED 가 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8분, 애니메이션 3 재생]
Proxy 와 Stub 이 Parcel 을 어떻게 주고받는지입니다. 애니메이션 3 번을 재생하세요. 청록 패킷이 Client 의 세 상자를 내려가 Driver 를 지나 Server 로 가고 초록이 되어 돌아옵니다.
왼쪽 위 Proxy 코드. writeInterfaceToken 으로 descriptor 를 맨 앞에 쓰고, writeInt32 로 인자를 쓰고, remote()-&gt;transact(LED_ON, data, &amp;reply). 돌아오면 reply.readInt32().
왼쪽 아래 Stub. CHECK_INTERFACE 가 토큰을 검사합니다. 없거나 다르면 PERMISSION_DENIED 입니다. 그 다음 readInt32 로 인자를 읽고, 가상 함수 ledOn 을 부르고, 반환값을 reply 에 씁니다.
핵심 문장은 "Parcel 은 타입 정보가 없는 바이트 스트림이라 쓰기 순서가 곧 계약" 입니다. Proxy 가 int 를 쓰고 Stub 이 String 을 읽어도 컴파일러는 모릅니다. 실습 5 Step 6 에서 일부러 순서를 바꿔 값이 깨지는 것을 봅니다. 이것이 AIDL 이 이 코드를 자동 생성하는 이유입니다.
오른쪽 표는 Parcel API 종류입니다. writeStrongBinder 가 다음 슬라이드, writeFileDescriptor 가 어제 실습 11 입니다.
맨 아래 service call 명령. s16 으로 토큰, i32 로 인자를 넣으면 Proxy 없이 같은 바이트를 쉘에서 만든 것입니다. 실습 4 Step 6 에서 토큰 없이 부르면 실패하는 것도 같이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7분, 애니메이션 4 재생]
어제 Java 의 Callback 인터페이스가 C++ 에서 어떻게 되는지입니다. 애니메이션 4 번을 재생하세요. 보라색 패킷 "IBinder" 가 Driver 를 지나면서 "handle 7" 로 바뀝니다.
Client 가 MyCallback 을 만듭니다. BnMyDataCallback 을 상속했으니 로컬 BBinder 입니다. registerCallback(cb) 를 부르면 Proxy 가 data.writeStrongBinder(asBinder(cb)) 로 Parcel 에 객체를 씁니다. 이때 Parcel 에 실리는 것은 flat_binder_object 라는 구조체이고 타입은 BINDER_TYPE_BINDER, 즉 포인터입니다.
Driver 가 이 Parcel 을 보고 Client 의 객체에 node 를 만들고, 수신 Process 용 ref 를 만들어 handle 번호를 붙입니다. 그리고 flat_binder_object 의 타입을 BINDER_TYPE_HANDLE 로 바꿔 서버에 전달합니다. 포인터는 Process 를 넘어가지 않습니다. 이것이 Binder 가 Socket 과 다른 결정적인 지점입니다. 객체 참조가 커널에서 관리됩니다.
서버 Stub 이 readStrongBinder 로 꺼내면 BpBinder(handle 7) 이고, interface_cast 하면 BpMyDataCallback 이 됩니다. 서버가 cb-&gt;onDataReceived() 를 부르면 이번엔 서버 → Client 방향 transact 입니다. Driver 는 node 의 주인 Process, 즉 Client 의 Binder Thread 를 깨웁니다.
그래서 Client 에도 startThreadPool 과 joinThreadPool 이 필요합니다. 실습 6 Step 5 에서 이 두 줄을 빼면 콜백이 오지 않는 것을 확인합니다. 어제 Java 는 Framework 가 자동으로 켜 줬지만 Native 는 직접 켜야 합니다.
어제의 RemoteCallbackList 와 linkToDeath 는 이 node/ref 참조 카운팅 위에 사망 통지를 얹은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2분 + 실습 20분]
첫 Native 실습입니다. 코드는 다섯 줄입니다. 실습 1 에서 만든 빈 binder1/my_server.cpp 를 채웁니다.
mm 이 수십 초에 끝나야 합니다. analyzing Android.bp 가 다시 나오면 .bp 를 누가 건드린 것입니다.
실행 후 service list 에서 my.service 를 찾습니다. 대괄호가 비어 있습니다. raw BBinder 라 descriptor 가 없기 때문입니다. 실습 4 에서 descriptor 가 채워지는 것과 비교하게 하세요.
binder_logs/proc/&lt;PID&gt; 를 보면 node 하나, thread 하나입니다. node 가 우리 BBinder, thread 가 joinThreadPool 로 합류한 main 입니다.
service call my.service 1 을 치면 -1 이 돌아옵니다. BBinder::onTransact 기본 구현이 UNKNOWN_TRANSACTION 을 돌려주기 때문입니다. tags 를 만든 분은 vim 에서 :tag BBinder::onTransact 로 그 코드를 열어 보게 하세요.
[흔한 문제] addService 가 -1 이면 SELinux 입니다. setenforce 0. 커스텀 이미지는 이미 permissive 인데 -1 이면 기본 이미지로 부팅한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3분 + 실습 60분]
실습 3 과 4 를 한 슬라이드로 안내합니다. 같은 파일을 늘려 가는 구조라 이어서 진행합니다.
실습 3, 30분. Client 쪽만 인터페이스화합니다. ILedService.h 에 DECLARE_META_INTERFACE 와 LED_ON = FIRST_CALL_TRANSACTION, .cpp 에 BpLedService 와 IMPLEMENT_META_INTERFACE. Server 는 실습 2 처럼 raw BBinder 에 onTransact 를 직접 씁니다. Client 가 pLed-&gt;ledOn() 을 부르면 서버에 code=1 이 도착합니다. "Proxy 는 그저 code 와 Parcel 을 만드는 편의 장치" 를 확인하는 것입니다. .cpp 맨 위의 #define DO_NOT_CHECK_MANUAL_BINDER_INTERFACES 를 빠뜨리면 컴파일 오류입니다.
실습 4, 30분. Server 쪽을 인터페이스화합니다. 헤더에 BnLedService 를 선언하고 onTransact 를 구현합니다. 여기서 CHECK_INTERFACE 가 들어갑니다. 그리고 LedService : BnLedService 구현체를 분리합니다. Java 의 Stub 상속과 같습니다. 실행하면 service list 의 대괄호에 descriptor 가 나타납니다. 실습 2 와 비교하게 하세요.
Step 6 의 service call 실험이 중요합니다. 토큰 없이 부르면 -1, s16 으로 토큰을 넣으면 성공. CHECK_INTERFACE 가 하는 일이 눈에 보입니다.
[시간 관리] 실습 3 이 20분에 안 끝나면 완성 코드를 붙여넣고 실습 4 로 넘어가게 하세요. 실습 4 의 파일 구조가 5·6·7 의 기반입니다.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3분 + 실습 50분]
실습 5, 20분. 실습 4 를 binder4 로 복사해서 시작합니다. 시그니처를 int ledOn(int ratio) 로 바꾸고 Proxy 에 writeInt32, Stub 에 readInt32 와 reply-&gt;writeInt32 를 넣습니다. 서버가 0~100 으로 보정한 값이 돌아오는지 봅니다. ledOn(250) 이 100 으로 돌아오면 왕복이 된 것입니다.
Step 6 이 이 실습의 핵심입니다. Stub 의 readInt32 앞에 readString16 한 줄을 끼워 넣고 빌드해 보게 하세요. 값이 0 이나 쓰레기가 됩니다. 컴파일러는 아무 말도 안 합니다. "Parcel 은 순서가 계약" 을 몸으로 느끼는 순간이고, 실습 7 에서 AIDL 로 넘어가는 동기가 됩니다.
실습 6, 30분. 파일이 4개 늘어납니다. Callback 인터페이스의 Bn/Bp, Service 인터페이스의 Bn/Bp. 구조는 실습 4 와 같으니 복사해서 이름만 바꾸는 방식이 빠릅니다. 새로운 것은 writeStrongBinder / readStrongBinder 두 줄과, Client 끝의 startThreadPool + joinThreadPool 입니다.
실행하면 onDataReceived 로그의 tid 가 main 과 다릅니다. Client 의 Binder Thread 입니다. Step 5 에서 마지막 두 줄을 주석 처리하면 콜백이 오지 않습니다. 이 실험은 꼭 시키세요.
[시간 관리] 실습 6 은 파일이 많아 타이핑 시간이 깁니다. 25분 시점에 안 끝난 분은 완성 코드를 붙여넣고 Step 4·5 관찰만 하게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1분]
Chapter 2, 25분. 오전에 손으로 쓴 Bn/Bp 를 aidl 컴파일러가 대신 쓰게 합니다. 실습 7 에서 실습 6 의 4개 파일이 .aidl 2개로 줄어드는 것을 보고, 생성된 코드를 열어 오전에 쓴 코드와 대조합니다.
NDK backend 도 여기서 소개합니다. 실습 10 HAL 의 기반입니다. 애니메이션 5 번을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8분, 애니메이션 5 재생]
aidl_interface 모듈입니다. 애니메이션 5 번을 재생하세요. .aidl 에서 화살표를 지나 네 파일이 생기는 장면입니다.
코드를 보세요. srcs 에 .aidl 두 개, local_include_dir 이 import 검색 경로, backend 에 cpp 를 켭니다. ndk, java, rust 도 켤 수 있습니다. unstable: true 는 실습용입니다. 실제 HAL 은 stability: "vintf" 와 versions 로 버전을 고정하고 aidl_api 디렉토리에 동결합니다. 이 모듈 하나가 my_interface-cpp 라는 static 라이브러리를 만들고, cc_binary 는 그것을 static_libs 로 링크합니다.
표가 이 슬라이드의 핵심입니다. 오전에 손으로 쓴 것과 생성된 것의 1:1 대응입니다. BpLedService 는 BpMyDataService.h 로, onTransact 의 case LED_ON 은 TRANSACTION_registerCallback 으로, CHECK_INTERFACE 는 checkInterface(this) 로, IMPLEMENT_META_INTERFACE 는 DO_NOT_DIRECTLY_USE_ME_ 접두사가 붙어 나옵니다. 실습 7 Step 5 에서 생성 파일을 열어 이 표를 직접 확인합니다.
Step 5-1 은 aidl 컴파일러를 손으로 돌리는 것입니다. aidl --lang=cpp -I . -o gen -h gen 으로 Soong 없이 같은 파일이 나옵니다. --lang=ndk 로 바꾸면 실습 10 의 형태가 나옵니다.
[질문] "생성 코드를 고쳐 쓰면 안 되나요?" — 안 됩니다. 빌드마다 다시 생성되고, out 아래는 소스가 아닙니다. 인터페이스를 바꾸려면 .aidl 을 바꿉니다. 그러면 양쪽 코드가 자동으로 같이 바뀝니다. 이것이 오전에 겪은 "순서 깨짐" 이 원천 차단되는 이유입니다.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8분]
생성된 Method 의 시그니처는 항상 같은 모양입니다. Status f(in 인자들, T* _aidl_return). 반환값은 out 포인터로, 예외는 Status 로 갑니다. 위 코드가 실습 7 의 add() 입니다. a 가 음수면 EX_ILLEGAL_ARGUMENT Status 를 돌려줍니다. Client 는 st.isOk() 와 st.exceptionCode() 로 확인합니다.
오른쪽 상자는 Status 가 Java 예외로 바뀌는 대응입니다. EX_SECURITY 가 SecurityException, EX_ILLEGAL_ARGUMENT 가 IllegalArgumentException. Parcel 맨 앞의 예외 헤더에 코드가 실리고 Java 의 reply.readException() 이 그것을 예외로 되살립니다. 어제 실습 7 의 divide(1, 0) 이 Client 에 예외로 전달된 것이 이 메커니즘입니다. 실습 8 의 EX_SECURITY 가 실습 12 에서 SecurityException 이 되는 것도 같습니다.
아래 표는 cpp backend 와 ndk backend 차이입니다. 왜 ndk 가 따로 있느냐. vendor 파티션은 libbinder 를 링크할 수 없습니다. libbinder 는 system 내부 라이브러리라 ABI 가 보장되지 않습니다. libbinder_ndk 는 C API 로 ABI 를 고정한 것이고, 그 위에 C++ wrapper 가 ndk backend 입니다. 네임스페이스가 aidl::패키지, 상태가 ScopedAStatus, 참조가 shared_ptr, 등록이 AServiceManager_addService 입니다. 실습 10 에서 이 형태를 씁니다.
[질문] "system 안에서도 ndk backend 를 써도 되나요?" — 됩니다. 실습 10 의 led_hal_client 가 system 모듈이면서 ndk 를 씁니다. 반대로 vendor 에서 cpp backend 는 안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3분 + 실습 40분]
실습 7 입니다. 실습 6 과 같은 동작을 .aidl 두 파일로 만듭니다. IMyDataService.aidl 에 add 를 하나 더 넣어 반환값과 예외를 봅니다.
server.cpp 는 BnMyDataService 를 상속하고 Status 를 반환하는 Method 두 개뿐입니다. client.cpp 도 BnMyDataCallback 상속과 호출뿐입니다. 파일 수를 세어 보게 하세요. 실습 6 은 8개, 실습 7 은 4개입니다.
빌드 후 Step 5 에서 out/soong/.intermediates 아래 생성 파일을 찾아 IMyDataService.cpp 를 엽니다. 슬라이드 14 의 표를 옆에 두고 대응하는 줄을 찾게 하세요. DO_NOT_DIRECTLY_USE_ME_IMPLEMENT_META_INTERFACE, checkInterface, TRANSACTION_registerCallback.
Step 5-1 은 aidl 컴파일러 직접 실행입니다. which aidl 로 out/host/linux-x86/bin/aidl 을 확인하고 문서의 명령을 그대로 칩니다. gen/ 에 8개 파일이 나옵니다. --lang=ndk 로 한 번 더 돌려 aidl/ 네임스페이스와 ScopedAStatus 를 봅니다. gen/ 을 Android.bp 에 넣지 않도록 주의시키세요. 중복 정의 오류가 납니다.
실행 결과에서 add(-1, 2) 의 Status 문자열에 EX_ILLEGAL_ARGUMENT 와 메시지가 함께 나오는 것을 확인합니다.
[흔한 문제] IMyDataService.aidl 에 import IMyDataCallback; 이 빠지면 컴파일 실패. include 는 &lt;BnMyDataService.h&gt; 처럼 꺾쇠입니다. local_include_dir 덕에 경로 없이 찾힙니다.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1분]
Chapter 3, 30분. 만든 서비스를 시스템에 붙이는 이야기입니다. 누가 부를 수 있는가(UID), 누가 띄우는가(init), 무엇이 허용되는가(SELinux), 그리고 Java Service 는 어디에 등록되는가(SystemServer).
애니메이션 6 번과 7 번을 씁니다. 실습 8·9·11·12 가 이 챕터입니다.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7분, 애니메이션 6 재생]
어제 Java 의 Binder.getCallingUid() 를 봤습니다. C++ 에서는 IPCThreadState::self()-&gt;getCallingUid() 입니다. 같은 값입니다. Driver 는 하나니까요. 애니메이션 6 번을 재생하세요. 세 UID 로 같은 Client 를 실행하는 장면입니다.
코드는 실습 8 의 LEDON() 입니다. uid 가 1000 이 아니면 EX_SECURITY Status. 표를 보세요. root 셸에서 실행하면 uid 0 이라 거부됩니다. root 인데도 거부된다는 점을 강조하세요. su 1000 으로 실행하면 허용, App 은 10000 번대라 거부되고 Java 쪽에서 SecurityException 이 됩니다.
왜 위조가 안 되는가. Driver 가 transact 를 처리할 때 current-&gt;cred, 즉 커널이 관리하는 송신 Process 의 자격 증명에서 euid 와 pid 를 읽어 Transaction 헤더에 붙입니다. Parcel 안에 "나는 1000" 이라고 써 넣어도 서버는 Parcel 이 아니라 Driver 가 준 값을 봅니다. 사용자 공간에서 손댈 수 없습니다.
이것이 Android 권한 모델의 바닥입니다. App 마다 UID 가 하나씩이고, Java 의 checkCallingPermission 도 결국 이 uid 로 PackageManager 에 "이 uid 가 이 권한을 가졌나" 를 묻습니다. 그리고 HAL 이나 Native Service 를 system_server 만 부를 수 있게 만들면 App 은 반드시 Java Service 를 거쳐야 하므로 권한 검사 지점이 한 곳으로 모입니다. 실습 12 가 이것을 App 에서 직접 확인합니다.
[주의] getCallingUid 를 main Thread 에서 부르면 자기 자신의 uid 가 나옵니다. Stub Method 안에서만 의미가 있습니다. 어제와 같은 주의입니다.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8분, 애니메이션 7 재생]
지금까지 서비스를 /data 에서 손으로 띄웠습니다. 실제 시스템은 init 이 띄웁니다. 애니메이션 7 번을 재생하세요.
위 코드가 .rc 파일입니다. Android.bp 의 init_rc 속성이 이 파일을 /system/etc/init/ 에 설치합니다. service 이름과 경로, user system, group system. disabled 를 두면 부팅 시 자동 시작하지 않고 start 명령으로만 뜹니다. start 는 사실 setprop ctl.start 이고, init 이 .rc 정의를 찾아 fork, setuid(1000), exec 합니다. 그래서 실습 9 에서 ps 를 보면 PPID 1, uid system 입니다. 실습 8 의 UID 검사가 여기서 의미를 갖습니다. init 이 띄운 데몬은 정해진 uid 로 돕니다.
exec 하는 순간 SELinux 도메인 전환이 일어나야 합니다. 전용 .te 가 없으면 init 도메인 그대로입니다. init 도메인은 거의 모든 것이 거부 대상이라 addService 에서 avc: denied 가 납니다. 아래 로그가 그것입니다. { add } 가 거부된 권한, scontext 가 우리 데몬의 도메인 u:r:init:s0, tcontext 가 서비스 이름의 라벨, permissive=1 은 기록만 했다는 뜻입니다.
오른쪽 표로 필드를 읽는 법을 정리합니다. SELinux 는 도메인 × 객체 × 권한 삼중 검사입니다. permissive 는 기록, enforcing 은 차단. 실습 9 Step 5 에서 setenforce 1 로 바꾸면 addService 가 -1 이 되고 0 으로 돌리면 다시 됩니다.
제대로 하려면 .te 로 전용 도메인을 만들고 init_daemon_domain, binder_use, add_service 매크로를 쓰고, service_contexts 와 file_contexts 에 라벨을 등록해야 합니다. sepolicy 리빌드와 이미지 교체가 필요하니 오늘은 강사 시연입니다. Day 4 APEX 의 file_contexts 가 같은 규칙입니다.
[질문] "audit2allow 가 만든 규칙을 그대로 넣으면 되나요?" — 초안일 뿐입니다. 필요한 최소 권한만 남기고, 시스템 도메인(init 등)에 allow 를 추가하면 안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6분]
오늘 만든 C++ 서비스와 system_server 의 Java Service 가 어디서 만나는지입니다. 위 흐름을 왼쪽부터 따라가세요.
SystemServer.run() 이 startBootstrapServices, startCoreServices, startOtherServices 를 차례로 부릅니다. 각 Service 는 publishBinderService 로 등록하는데 안에서 ServiceManager.addService() 를 부릅니다. Java 의 ServiceManager 는 IServiceManager AIDL Proxy 를 handle 0 으로 얻어 transact 합니다. 도착지는 오늘 C++ 에서 defaultServiceManager()-&gt;addService 로 간 그 servicemanager 데몬입니다. ServiceManager::addService 안의 mAccess-&gt;canAdd 가 실습 9 의 SELinux { add } 검사입니다.
아래 service list 출력을 보세요. Java 의 activity 와 car_service, 실습 8 의 C++ led.auth, 실습 10 의 vendor HAL 이 한 테이블에 나란히 있습니다. 언어와 파티션이 달라도 같은 테이블입니다.
Java 의 Binder, C++ 의 BBinder, NDK 의 AIBinder 는 같은 Driver 객체의 세 언어 표면입니다. 어제 실습 12 의 리플렉션 IBinder.transact 가 오늘 C++ 서비스에 도착할 수 있는 이유입니다.
dumpsys 는 각 Service 의 dump() 를 DUMP_TRANSACTION 으로 부르는 것입니다. 실습 11 Step 4 에서 우리 C++ 서비스에 dump() 를 넣으면 dumpsys led.auth 가 동작합니다. 디버깅에 아주 유용하니 실무에서 꼭 구현하라고 권하세요.
실습 11 에서 SystemServer.java 를 grep 으로 따라가고, tags 가 있으면 :tag ServiceManager::addService 로 데몬 구현까지 점프합니다.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2분 + 실습 30분]
실습 8 입니다. 실습 7 형태의 AIDL cpp 서비스에 UID 검사를 넣습니다. 코드는 짧습니다. LEDON() 안에서 getCallingUid 를 읽고 1000 이 아니면 EX_SECURITY Status.
실행이 핵심입니다. 같은 바이너리를 세 번 실행합니다. root 셸에서 그냥 실행하면 uid 0, su 1000 으로 실행하면 uid 1000, su 10050 으로 실행하면 App 계정입니다. userdebug 의 su 는 임의 uid 로 실행할 수 있어 이 실험이 가능합니다. 서버 로그와 Client 출력을 나란히 보게 하세요.
Step 6 은 토론입니다. "Client 코드에서 uid 를 속일 방법이 있는가." setuid(1000) 은 root 에서만 되고 그러면 실제로 1000 이 됩니다. Parcel 에 써 넣는 것은 서버가 읽지 않습니다. 결론은 "커널이 보증한다" 입니다.
[연결] 이 서버를 실습 11 과 12 에서 계속 씁니다. 실습이 끝나도 서버 터미널을 닫지 말라고 하세요. 실습 11 Step 4 에서 dump() 를 추가하면 dumpsys led.auth 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3분 + 실습 40분]
실습 9 는 두 부분입니다. 앞 20분은 init.rc, 뒤 20분은 SELinux.
init 이 띄우는 데몬은 터미널이 없으므로 printf 대신 ALOGI 를 씁니다. Android.bp 의 shared_libs 에 liblog 가 있어야 합니다. .rc 는 실습 1 에서 미리 만들었습니다. 빌드 후 /system 에 써야 하므로 adb remount 가 필요합니다. 최초 한 번은 reboot required 가 나오니 reboot 후 다시 remount. push 후 chcon 으로 system_file 라벨을 붙이고 reboot 해야 init 이 새 .rc 를 읽습니다.
start rc_led_service 후 getprop init.svc.rc_led_service 가 running, ps 에서 PPID 1 과 uid system 을 확인합니다. logcat -s rc_led_service 에 addService = 0. service call rc.led 1 로 응답까지 봅니다.
SELinux 부분. permissive 라도 avc: denied 는 기록됩니다. logcat 에서 grep avc 로 우리 데몬 것을 찾아 scontext 가 u:r:init:s0 인 것을 읽게 하세요. 전용 도메인이 없어서입니다. setenforce 1 후 stop/start 하면 addService 가 -1 이 됩니다. 확인했으면 반드시 setenforce 0 으로 돌립니다. 안 돌리면 이후 실습이 전부 막힙니다.
Step 6 의 .te 세트는 읽기만 합니다. 강사가 시연용 이미지를 준비했다면 여기서 보여 주세요.
[흔한 문제] remount 실패, .rc 를 push 하고 reboot 안 함, liblog 누락으로 logcat 에 아무것도 없음. 문서 트러블슈팅 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1분]
Chapter 4, 30분. 오늘 만든 서비스 구조를 vendor 파티션으로 옮기면 HAL 입니다. 새로운 개념은 셋뿐입니다. system/vendor 경계, NDK backend, VINTF. 애니메이션 8 번을 씁니다. 실습 10 이 이 챕터이고, Day 4 의 VHAL 이 같은 규칙입니다.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10분, 애니메이션 8 재생]
HAL 입니다. 애니메이션 8 번을 재생하세요. 위가 system, 아래가 vendor, 가운데가 /dev/binder 입니다.
Android 는 Treble 이후 system 과 vendor 파티션이 분리됐습니다. system 은 Google 이, vendor 는 SoC 나 제조사가 만듭니다. system 만 업데이트해도 vendor 가 그대로 동작해야 합니다. 그 경계를 넘는 통신이 HAL 이고, Android 16 에서는 AIDL HAL 이 기본입니다. HIDL 은 Android 8~10 의 방식으로 /dev/hwbinder 를 따로 썼지만 AIDL HAL 은 우리가 이틀 동안 본 그 /dev/binder 를 그대로 씁니다.
오른쪽 표, 규칙 네 가지. 첫째 이름. 패키지.인터페이스/인스턴스. android.hardware.light.ILights/default 처럼 service list 에 그대로 보입니다. 실습 10 의 vendor.example.led.ILed/default 도 같은 규칙입니다. 둘째 라이브러리. vendor 는 libbinder 를 링크할 수 없습니다. ABI 가 고정된 libbinder_ndk 만 되고 그래서 NDK backend 를 씁니다. 셋째 vendor: true 로 만든 모듈은 /vendor/bin 에 설치되고, 인터페이스는 vendor_available 로 공유합니다. 넷째 App 은 HAL 을 직접 못 부릅니다. 실습 8 의 UID 검사와 SELinux 로 system_server 만 허용하고, Java Service 가 대신 부릅니다.
왼쪽 그림의 manifest 와 compatibility matrix 가 VINTF 입니다. vendor 가 "이 HAL 을 이 버전으로 제공한다" 고 manifest 에 쓰고, system 이 "이 HAL 이 이 버전 이상이어야 한다" 고 matrix 에 씁니다. 부팅 때 대조해서 안 맞으면 부팅이 실패하거나 OTA 가 거부됩니다. stability: vintf 로 만든 인터페이스는 manifest 에 없으면 addService 자체가 거부됩니다. 실습은 unstable: true 라 이 검사를 건너뛰고 /data 에서 바로 실행합니다. 실제 HAL 로 만들려면 stability, versions, aidl_api 동결, vintf_fragments, vendor 이미지 리빌드가 필요합니다. 실습 10 Step 7 에서 실제 Light HAL 의 manifest 항목을 읽습니다.
Day 4 의 VHAL, android.hardware.automotive.vehicle.IVehicle/default 도 이 네 규칙 그대로입니다.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3분 + 실습 45분]
실습 10 입니다. 실습 7 을 NDK backend 로, vendor 모듈로 다시 만드는 것입니다.
.aidl 에 package vendor.example.led 가 있고 디렉토리도 패키지와 같아야 합니다. 실습 1 에서 led_hal/vendor/example/led/ 경로로 만들어 뒀으면 그대로 갑니다. .bp 를 고쳐야 한다면 6분이 나가니 강사가 미리 맞춰 두는 것이 좋습니다.
LedHal.cpp 에서 다른 점을 짚으세요. include 가 aidl/vendor/example/led/BnLed.h, 네임스페이스 aidl::, 반환이 ScopedAStatus, 객체가 SharedRefBase::make, 등록이 AServiceManager_addService 에 인스턴스 이름 descriptor + "/default". Client 는 AServiceManager_checkService 와 ILed::fromBinder.
빌드 결과가 $OUT/vendor/bin 에 생기는 것을 확인시키세요. vendor: true 의 효과입니다. 실행 후 service list 에서 vendor.example.led.ILed/default 를 찾고 바로 옆에 android.hardware.light.ILights/default 같은 실제 HAL 을 grep 해서 이름 규칙이 같음을 봅니다.
Step 7 은 읽기입니다. /vendor/etc/vintf/manifest.xml 에서 android.hardware.light 항목의 name, version, fqname 을 읽고, 이것이 왜 우리 실습에는 없어도 되는지(unstable) 설명합니다.
[흔한 문제] BnLed.h 를 못 찾으면 .aidl 경로와 패키지 불일치. vendor 모듈에서 libbinder 를 링크하면 오류. 문서 트러블슈팅 표에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2분 + 실습 30분]
실습 11 은 코드를 쓰지 않고 읽는 실습입니다. 빌드 서버에서 grep 과 vim 으로 SystemServer.java 를 따라갑니다.
Step 1 에서 run() 의 세 단계 함수를 찾고 startOtherServices 안의 addService 호출을 셉니다. Step 2 에서 Java ServiceManager.addService 가 ServiceManagerNative 를 거쳐 handle 0 으로 가는 것을 확인하고, frameworks/native/cmds/servicemanager 의 ServiceManager::addService 로 넘어갑니다. tags 가 있으면 :tag 한 번입니다. 거기서 mAccess-&gt;canAdd 를 찾게 하세요. 실습 9 의 SELinux 검사가 이 줄입니다.
Step 3 은 Emulator 에서 service list. 실습 8 서버와 실습 10 HAL 이 떠 있으면 Java, C++, vendor 가 한 테이블에 보입니다.
Step 4 dumpsys. dumpsys -l 로 목록을 보고, 시간이 되면 LedAuthService 에 dump() 를 추가해 dumpsys led.auth 가 동작하는 것을 봅니다. 실무에서 매우 유용한 습관입니다.
Step 5 는 BatteryService 를 예로 publishBinderService 와 BinderService extends Binder 를 따라갑니다. Binder 가 BBinder 의 Java 판이라는 것을 확인합니다.
[마무리] "오늘 만든 led.auth 와 activity 는 servicemanager 입장에서 무엇이 다른가?" — 이름과 handle 뿐입니다. 언어도 파티션도 servicemanager 는 모릅니다.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안내 2분, 진행은 시간 여유 시]
실습 12 는 선택입니다. 어제 Java 와 오늘 C++ 를 한 줄로 잇는 실습이라 시간이 되면 꼭 해 보길 권합니다.
android.os.ServiceManager 는 @hide 라 리플렉션으로 getService 를 부릅니다. 받은 IBinder 에 getInterfaceDescriptor 를 하면 ILedAuthService 가 나옵니다. C++ 서버의 descriptor 를 Java 가 읽은 것입니다. Parcel 에 토큰을 쓰고 transact(1) 을 부르면 C++ 의 LEDON 이 실행되고, reply.readException() 이 EX_SECURITY 를 SecurityException 으로 되살립니다. Proxy 클래스 없이 IBinder 만으로 IPC 가 된다는 것과, Status 가 언어 경계를 넘어 예외로 변환된다는 것 두 가지를 확인합니다.
서버 로그에 App 의 uid 10xxx 가 찍힙니다. 어제 Java 서비스의 getCallingUid 와 오늘 C++ 의 값이 같은 소스에서 온다는 것입니다.
과제로 낼 때는 platform 키로 재서명하고 sharedUserId 를 system 으로 두면 uid 1000 이 되어 성공한다는 것까지 안내하세요. 키는 build/make/target/product/security 에 있습니다.
[주의] 이 방식은 Play 배포 앱에서는 hidden API 차단에 걸립니다. 플랫폼 앱 전용이라는 점을 명확히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데모 15분]
마지막 데모입니다. 수강생은 보기만 합니다.
첫째, 왕복 비용. 실습 5 의 Client 에 타이머를 넣은 벤치 버전으로 ledOn 을 1000 번 부릅니다. Emulator 에서 30~80 µs, 실기기는 10~30 µs 입니다. 함수 호출보다 수천 배 길고 Socket 보다 짧습니다. "IPC 는 공짜가 아니다" 를 숫자로 보여 줍니다. 루프 안에서 IPC 를 부르는 코드를 보면 이 숫자를 떠올리게 하세요.
둘째, strace. 위 출력이 핵심입니다. openat 으로 /dev/binderfs/binder 를 열고, BINDER_VERSION, 그리고 mmap 1040384 바이트. 1 MB 에서 8 KB 뺀 값입니다. 어제부터 말한 Transaction Buffer 가 실제로 여기서 잡힙니다. BINDER_SET_MAX_THREADS 15. 그 다음 BINDER_WRITE_READ 가 두 번, checkService 와 ledOn 입니다. transact 는 결국 이 ioctl 하나입니다. tags 를 만든 분은 :tag IPCThreadState::transact 로 talkWithDriver 까지 따라가면 이 ioctl 을 소스에서 찾을 수 있습니다.
셋째, Thread Pool. startThreadPool 을 뺀 서버로 Client 3개를 동시에 돌리면 서버 로그의 tid 가 모두 같고 순차 처리됩니다. 넣은 서버로 바꾸면 tid 가 달라집니다. binder_logs/proc 의 thread 수로도 확인합니다.
[연결] 내일 Day 3 은 이 Binder 위에 JNI 와 SurfaceFlinger 클라이언트를 얹습니다. SurfaceComposerClient 가 만드는 Surface 도 결국 Binder 로 SurfaceFlinger 에 가는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Worksheet 20분]
Worksheet 20문제, 20분입니다. 버튼으로 Day2_Worksheet.html 을 엽니다. 각자 PC 에서 같은 파일을 엽니다.
유형은 어제와 같습니다. 객관식 8, 단답 5, 빈칸 4, 순번 2, 선잇기 1. 단답과 빈칸은 대소문자·공백을 무시합니다. 선잇기 Q20 은 슬라이드 6 의 C++ ↔ Java 대응표입니다.
15분 후 강사 화면에서 정답·해설 모두 보기로 풀이합니다. Q18 순번(ledOn 처리 순서) 은 애니메이션 3 번을, Q19(init.rc 순서) 는 애니메이션 7 번을 다시 틀어 놓고 풀이하면 효과적입니다.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[강사 스크립트 — 마무리 3분]
오늘 확인한 것 다섯 가지입니다.
libbinder: Process 당 ProcessState, Thread 당 IPCThreadState. 객체는 BBinder/BpBinder, 인터페이스는 BnInterface/BpInterface. 실습 2~4.
수작업 Bn/Bp: META 매크로가 asInterface 를 만들고 interface_cast 가 로컬/원격을 분기한다. Parcel 은 순서가 계약이고, IBinder 를 실으면 Driver 가 node 를 handle 로 바꾼다. 실습 5·6.
AIDL: aidl_interface 하나가 그 전부를 생성한다. 예외는 Status, 반환은 out 포인터. ndk backend 가 vendor 의 표준. 실습 7.
보안·시스템: getCallingUid 는 커널이 보증하고, init.rc 가 데몬의 uid 를 정하며, SELinux 는 도메인×객체×권한을 검사한다. 실습 8·9·11.
HAL: system/vendor 경계, 이름 규칙, libbinder_ndk, VINTF. 실습 10.
내일 Day 3 은 JNI 로 Java 와 Native 를 잇고, SurfaceComposerClient 로 SurfaceFlinger 에 직접 Surface 를 만들어 그립니다. 그 Surface 요청도 오늘 본 Binder 로 SurfaceFlinger 에 갑니다. 그리고 Memory 와 LMKD 입니다.
[마무리 확인] 실습 8 의 led_auth_service 와 실습 10 의 HAL 이 service list 에 보이는 분 손 들어 주세요. 안 되는 분은 남아서 해결하고 가겠습니다. 오늘 만든 day2 디렉토리는 지우지 마세요. 내일 JNI 실습에서 같은 Android.bp 에 모듈을 추가합니다.
수고하셨습니다.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Day2_Animation.html#s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Day2_Animation.html#s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Day2_Animation.html#s2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Day2_Animation.html#s3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Day2_Animation.html#s4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Day2_Animation.html#s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Day2_Animation.html#s2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hyperlink" Target="Day2_Animation.html#s3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Day2_Animation.html#s3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hyperlink" Target="Day2_Animation.html#s4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Day2_Animation.html#s5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Day2_Animation.html#s5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Day2_Animation.html#s5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Day2_Animation.html#s6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Day2_Animation.html#s7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Day2_Animation.html#s6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Day2_Animation.html#s7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Day2_Animation.html#s8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Day2_Animation.html#s8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Day2_Animation.html#s6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Day2_Worksheet.html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8BA520C-0E7B-42A7-A329-BC3F13B37D67}"/>
              </a:ext>
            </a:extLst>
          </p:cNvPr>
          <p:cNvSpPr>
            <a:spLocks noGrp="1"/>
          </p:cNvSpPr>
          <p:nvPr/>
        </p:nvSpPr>
        <p:spPr>
          <a:xfrm>
            <a:off x="731520" y="1828800"/>
            <a:ext cx="603504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</a:t>
            </a:r>
            <a:endParaRPr sz="3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89A69E-D7C3-436F-A17E-70B1E2B1212E}"/>
              </a:ext>
            </a:extLst>
          </p:cNvPr>
          <p:cNvSpPr>
            <a:spLocks noGrp="1"/>
          </p:cNvSpPr>
          <p:nvPr/>
        </p:nvSpPr>
        <p:spPr>
          <a:xfrm>
            <a:off x="731520" y="2743200"/>
            <a:ext cx="603504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>
                <a:solidFill>
                  <a:srgbClr val="CADCF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 2 — Native Binder Service · HAL · System Service</a:t>
            </a:r>
            <a:endParaRPr sz="1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5D300A-B253-4356-88D4-0AFD62087BA4}"/>
              </a:ext>
            </a:extLst>
          </p:cNvPr>
          <p:cNvSpPr>
            <a:spLocks noGrp="1"/>
          </p:cNvSpPr>
          <p:nvPr/>
        </p:nvSpPr>
        <p:spPr>
          <a:xfrm>
            <a:off x="731520" y="3749040"/>
            <a:ext cx="60350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libbinder 수작업 Bn/Bp → AIDL cpp/ndk → UID 접근 제어 → init.rc · SELinux → AIDL HAL · VINTF → Java System Service</a:t>
            </a:r>
            <a:endParaRPr sz="130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32320" y="1463106"/>
            <a:ext cx="4389120" cy="393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554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9AA1186-B14D-48D6-B08A-04DA89ABD056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1F4D422-94D4-4C80-AF19-06631876E2B3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 2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52AF9DB-762E-497C-B777-ED5F981CCD1D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오늘의 일정 — 8시간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99DBFF4-DEAF-4FF7-83A5-2C3CCB78DB75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EAA4E0B-BDD1-4A0C-89B0-D3C3E5274C2E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</a:t>
            </a:r>
            <a:endParaRPr sz="900"/>
          </a:p>
        </p:txBody>
      </p:sp>
      <p:graphicFrame>
        <p:nvGraphicFramePr>
          <p:cNvPr id="19" name="Table 0"/>
          <p:cNvGraphicFramePr/>
          <p:nvPr/>
        </p:nvGraphicFramePr>
        <p:xfrm>
          <a:off x="457200" y="1737360"/>
          <a:ext cx="7589520" cy="18592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Part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내용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소요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Part 0 환경·등록 실습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실습 1 환경 점검 · Android.bp 일괄 등록 · ctags/vim 소스 분석 환경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25분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Part 1 강의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Ch 1 libbinder 계층 · Ch 2 AIDL Native backend · Ch 3 System Service·SELinux · Ch 4 HAL·VINTF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130분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Part 2 실습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실습 2 ~ 11 (BBinder → 수작업 Bn/Bp → Parcel → Callback → AIDL → UID → init.rc/SELinux → HAL → SystemServer) · 실습 12 선택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305분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Part 3 데모 · 정리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실습 13 Binder 비용 측정·strace · Worksheet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35분</a:t>
                      </a:r>
                      <a:endParaRPr sz="11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>
            <a:extLst>
              <a:ext uri="{FF2B5EF4-FFF2-40B4-BE49-F238E27FC236}">
                <a16:creationId xmlns:a16="http://schemas.microsoft.com/office/drawing/2014/main" id="{9BB48D8D-CAC0-4483-B600-79C0DD8EDBAD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ADC4335-F6A0-44EF-B2D3-D2B8460F95B2}"/>
              </a:ext>
            </a:extLst>
          </p:cNvPr>
          <p:cNvSpPr>
            <a:spLocks noGrp="1"/>
          </p:cNvSpPr>
          <p:nvPr/>
        </p:nvSpPr>
        <p:spPr>
          <a:xfrm>
            <a:off x="640080" y="484632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오늘의 축: 같은 LED 서비스를 raw BBinder → 수작업 Bn/Bp → AIDL 자동 생성 → UID 검사 → init.rc 데몬 → vendor HAL 로 발전시킨다.</a:t>
            </a:r>
            <a:endParaRPr sz="1400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21040" y="1737875"/>
            <a:ext cx="3383280" cy="274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158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66366FE-6515-4371-BEEB-D57B9E8F4599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95AD6D2-B071-4440-B8A0-DEE8AACEA458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Part 0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7122C9-D1CE-4DAC-A526-608B66DFEB24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Part 0 · 실습 1 — 환경 점검 · Android.bp 일괄 등록 · ctags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84A0DD8-3DE3-44D3-A33A-D8A9588B46FF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EC42441-3AE0-4477-B80F-DDA053E36EC8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3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DF485B8-8440-4A83-8A06-5B8BE4489A1D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7498080" cy="91440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9BEE6D9-8F22-4DAF-AB22-7740EDE9D362}"/>
              </a:ext>
            </a:extLst>
          </p:cNvPr>
          <p:cNvSpPr>
            <a:spLocks noGrp="1"/>
          </p:cNvSpPr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E867C53-A3A0-47E8-97A6-AC6A44DF66E3}"/>
              </a:ext>
            </a:extLst>
          </p:cNvPr>
          <p:cNvSpPr>
            <a:spLocks noGrp="1"/>
          </p:cNvSpPr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</a:t>
            </a: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1F7CCD0-42E4-4FEC-B854-BA412AE7F89B}"/>
              </a:ext>
            </a:extLst>
          </p:cNvPr>
          <p:cNvSpPr>
            <a:spLocks noGrp="1"/>
          </p:cNvSpPr>
          <p:nvPr/>
        </p:nvSpPr>
        <p:spPr>
          <a:xfrm>
            <a:off x="1371600" y="184708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빌드 환경 · Emulator 확인</a:t>
            </a:r>
            <a:endParaRPr sz="15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504FD08-91C3-4804-AAA1-16D9B904EF5D}"/>
              </a:ext>
            </a:extLst>
          </p:cNvPr>
          <p:cNvSpPr>
            <a:spLocks noGrp="1"/>
          </p:cNvSpPr>
          <p:nvPr/>
        </p:nvSpPr>
        <p:spPr>
          <a:xfrm>
            <a:off x="1371600" y="221284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lunch · $OUT · adb root · getenforce = Permissive</a:t>
            </a:r>
            <a:endParaRPr sz="11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FEC03FB-8D3C-47F1-87D7-3826717A6920}"/>
              </a:ext>
            </a:extLst>
          </p:cNvPr>
          <p:cNvSpPr>
            <a:spLocks noGrp="1"/>
          </p:cNvSpPr>
          <p:nvPr/>
        </p:nvSpPr>
        <p:spPr>
          <a:xfrm>
            <a:off x="457200" y="2834640"/>
            <a:ext cx="7498080" cy="91440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BEF130D-15FE-4D19-86A2-99D136348F22}"/>
              </a:ext>
            </a:extLst>
          </p:cNvPr>
          <p:cNvSpPr>
            <a:spLocks noGrp="1"/>
          </p:cNvSpPr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A3C11AF-5652-4210-9C06-E22FE1068401}"/>
              </a:ext>
            </a:extLst>
          </p:cNvPr>
          <p:cNvSpPr>
            <a:spLocks noGrp="1"/>
          </p:cNvSpPr>
          <p:nvPr/>
        </p:nvSpPr>
        <p:spPr>
          <a:xfrm>
            <a:off x="640080" y="30175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</a:t>
            </a:r>
            <a:endParaRPr sz="16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70827B6-B68E-4C41-8A54-91D342056FD5}"/>
              </a:ext>
            </a:extLst>
          </p:cNvPr>
          <p:cNvSpPr>
            <a:spLocks noGrp="1"/>
          </p:cNvSpPr>
          <p:nvPr/>
        </p:nvSpPr>
        <p:spPr>
          <a:xfrm>
            <a:off x="1371600" y="294436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day2/ 디렉토리 + 빈 소스 + Android.bp 한 파일</a:t>
            </a:r>
            <a:endParaRPr sz="15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2D0005D-108B-471A-8751-A0C5E8674E04}"/>
              </a:ext>
            </a:extLst>
          </p:cNvPr>
          <p:cNvSpPr>
            <a:spLocks noGrp="1"/>
          </p:cNvSpPr>
          <p:nvPr/>
        </p:nvSpPr>
        <p:spPr>
          <a:xfrm>
            <a:off x="1371600" y="331012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binder1~7 · auth · rc_service · led_hal 을 한 번에 등록</a:t>
            </a:r>
            <a:endParaRPr sz="11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C7E1B3B-0480-47FA-868D-0060E2260A84}"/>
              </a:ext>
            </a:extLst>
          </p:cNvPr>
          <p:cNvSpPr>
            <a:spLocks noGrp="1"/>
          </p:cNvSpPr>
          <p:nvPr/>
        </p:nvSpPr>
        <p:spPr>
          <a:xfrm>
            <a:off x="457200" y="3931920"/>
            <a:ext cx="7498080" cy="91440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EF2600A-2737-46B2-A17E-E10734E83CF0}"/>
              </a:ext>
            </a:extLst>
          </p:cNvPr>
          <p:cNvSpPr>
            <a:spLocks noGrp="1"/>
          </p:cNvSpPr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63E874C-60D5-4C7C-986B-E644B524E3B2}"/>
              </a:ext>
            </a:extLst>
          </p:cNvPr>
          <p:cNvSpPr>
            <a:spLocks noGrp="1"/>
          </p:cNvSpPr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3</a:t>
            </a:r>
            <a:endParaRPr sz="16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35D17A5-7975-4BBD-8358-F4AB83F4BE0B}"/>
              </a:ext>
            </a:extLst>
          </p:cNvPr>
          <p:cNvSpPr>
            <a:spLocks noGrp="1"/>
          </p:cNvSpPr>
          <p:nvPr/>
        </p:nvSpPr>
        <p:spPr>
          <a:xfrm>
            <a:off x="1371600" y="404164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Soong 분석 1회 실행</a:t>
            </a:r>
            <a:endParaRPr sz="15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A815648-DD6E-4664-A23D-9BD36F2D7671}"/>
              </a:ext>
            </a:extLst>
          </p:cNvPr>
          <p:cNvSpPr>
            <a:spLocks noGrp="1"/>
          </p:cNvSpPr>
          <p:nvPr/>
        </p:nvSpPr>
        <p:spPr>
          <a:xfrm>
            <a:off x="1371600" y="440740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 my_server_test_1 → analyzing Android.bp 통과 (링크 오류는 정상)</a:t>
            </a:r>
            <a:endParaRPr sz="11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026CB70-FB00-4D56-8CF4-59F4CAB84D5B}"/>
              </a:ext>
            </a:extLst>
          </p:cNvPr>
          <p:cNvSpPr>
            <a:spLocks noGrp="1"/>
          </p:cNvSpPr>
          <p:nvPr/>
        </p:nvSpPr>
        <p:spPr>
          <a:xfrm>
            <a:off x="457200" y="5029200"/>
            <a:ext cx="7498080" cy="914400"/>
          </a:xfrm>
          <a:prstGeom prst="roundRect">
            <a:avLst>
              <a:gd name="adj" fmla="val 10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218A2FC-ECC0-4993-9EF7-0698BAF299EF}"/>
              </a:ext>
            </a:extLst>
          </p:cNvPr>
          <p:cNvSpPr>
            <a:spLocks noGrp="1"/>
          </p:cNvSpPr>
          <p:nvPr/>
        </p:nvSpPr>
        <p:spPr>
          <a:xfrm>
            <a:off x="640080" y="5212080"/>
            <a:ext cx="548640" cy="548640"/>
          </a:xfrm>
          <a:prstGeom prst="ellipse">
            <a:avLst/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5A1A7A3-922D-4D3C-BFFC-15CAEFA1D7DB}"/>
              </a:ext>
            </a:extLst>
          </p:cNvPr>
          <p:cNvSpPr>
            <a:spLocks noGrp="1"/>
          </p:cNvSpPr>
          <p:nvPr/>
        </p:nvSpPr>
        <p:spPr>
          <a:xfrm>
            <a:off x="640080" y="52120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4</a:t>
            </a:r>
            <a:endParaRPr sz="16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F6274F2-8DD5-4753-B3AC-D1445F16228B}"/>
              </a:ext>
            </a:extLst>
          </p:cNvPr>
          <p:cNvSpPr>
            <a:spLocks noGrp="1"/>
          </p:cNvSpPr>
          <p:nvPr/>
        </p:nvSpPr>
        <p:spPr>
          <a:xfrm>
            <a:off x="1371600" y="513892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ctags · ~/.vimrc</a:t>
            </a:r>
            <a:endParaRPr sz="15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B3857D6-B9C9-4094-849E-D861D2A7B81B}"/>
              </a:ext>
            </a:extLst>
          </p:cNvPr>
          <p:cNvSpPr>
            <a:spLocks noGrp="1"/>
          </p:cNvSpPr>
          <p:nvPr/>
        </p:nvSpPr>
        <p:spPr>
          <a:xfrm>
            <a:off x="1371600" y="550468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libbinder · servicemanager · day2 tags → :tag BBinder::onTransact</a:t>
            </a:r>
            <a:endParaRPr sz="11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E26351F-FA2A-41C9-8854-40F6FC2C829A}"/>
              </a:ext>
            </a:extLst>
          </p:cNvPr>
          <p:cNvSpPr>
            <a:spLocks noGrp="1"/>
          </p:cNvSpPr>
          <p:nvPr/>
        </p:nvSpPr>
        <p:spPr>
          <a:xfrm>
            <a:off x="457200" y="6126480"/>
            <a:ext cx="74980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소요 25분 · .bp 는 오늘 이 한 번만 손댄다 — 이후 .cpp 만 편집 → mm 수십 초</a:t>
            </a:r>
            <a:endParaRPr sz="1100"/>
          </a:p>
        </p:txBody>
      </p:sp>
      <p:pic>
        <p:nvPicPr>
          <p:cNvPr id="57" name="그림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30497" y="1737360"/>
            <a:ext cx="3472926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201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7C4D7F2-3169-44F3-AB8B-16CA4DAB4006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7460513-31F9-4986-9C33-0336ED5102F4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Chapter 1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A5E4AA9-F10A-4EE0-AB88-DEF2A1976F78}"/>
              </a:ext>
            </a:extLst>
          </p:cNvPr>
          <p:cNvSpPr>
            <a:spLocks noGrp="1"/>
          </p:cNvSpPr>
          <p:nvPr/>
        </p:nvSpPr>
        <p:spPr>
          <a:xfrm>
            <a:off x="731520" y="2514600"/>
            <a:ext cx="63093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Native Binder — libbinder 계층</a:t>
            </a:r>
            <a:endParaRPr sz="3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50EC8EE-F48D-416F-A457-78BBD4E51C3A}"/>
              </a:ext>
            </a:extLst>
          </p:cNvPr>
          <p:cNvSpPr>
            <a:spLocks noGrp="1"/>
          </p:cNvSpPr>
          <p:nvPr/>
        </p:nvSpPr>
        <p:spPr>
          <a:xfrm>
            <a:off x="731520" y="3749040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CADCF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45분 · ProcessState · IPCThreadState · BBinder/BpBinder · BnInterface/BpInterface · Parcel · 역방향 호출</a:t>
            </a:r>
            <a:endParaRPr sz="150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15835" y="1371600"/>
            <a:ext cx="43878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448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6A6FA2-1C16-40C8-A755-42A6B2C16645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4AF2D9-FFBB-47AD-8596-43BDAD82E8F1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1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539CEE-E838-4503-8B5D-935193F17FEF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libbinder 의 두 축 — ProcessState 와 IPCThreadState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E2A376-D97A-4558-B583-30473693EF18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E58E2CE-689D-4B37-90A9-F5EA885EC1D2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5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9B2784B-E2E9-4AFA-B835-75EF5217C436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3657600" cy="2651760"/>
          </a:xfrm>
          <a:prstGeom prst="roundRect">
            <a:avLst>
              <a:gd name="adj" fmla="val 3448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E107E4B-765A-4DAC-B182-0EE3A120F3C0}"/>
              </a:ext>
            </a:extLst>
          </p:cNvPr>
          <p:cNvSpPr>
            <a:spLocks noGrp="1"/>
          </p:cNvSpPr>
          <p:nvPr/>
        </p:nvSpPr>
        <p:spPr>
          <a:xfrm>
            <a:off x="640080" y="182880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D9971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ProcessState — Process 당 1</a:t>
            </a:r>
            <a:endParaRPr sz="15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D07FE8E-EC49-4DA0-B539-9E38C727BFC2}"/>
              </a:ext>
            </a:extLst>
          </p:cNvPr>
          <p:cNvSpPr>
            <a:spLocks noGrp="1"/>
          </p:cNvSpPr>
          <p:nvPr/>
        </p:nvSpPr>
        <p:spPr>
          <a:xfrm>
            <a:off x="640080" y="2240280"/>
            <a:ext cx="3291840" cy="21031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open("/dev/binder") + BINDER_VERSION</a:t>
            </a:r>
            <a:endParaRPr sz="11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mmap 1 MB — Transaction Buffer</a:t>
            </a:r>
            <a:endParaRPr sz="11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BINDER_SET_MAX_THREADS (15)</a:t>
            </a:r>
            <a:endParaRPr sz="11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startThreadPool() — Binder Thread 생성</a:t>
            </a:r>
            <a:endParaRPr sz="11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self() 최초 호출 시 생성</a:t>
            </a:r>
            <a:endParaRPr sz="11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158E72F-F65A-4FF4-8D59-ABDFF701F66F}"/>
              </a:ext>
            </a:extLst>
          </p:cNvPr>
          <p:cNvSpPr>
            <a:spLocks noGrp="1"/>
          </p:cNvSpPr>
          <p:nvPr/>
        </p:nvSpPr>
        <p:spPr>
          <a:xfrm>
            <a:off x="4297680" y="1737360"/>
            <a:ext cx="3657600" cy="2651760"/>
          </a:xfrm>
          <a:prstGeom prst="roundRect">
            <a:avLst>
              <a:gd name="adj" fmla="val 3448"/>
            </a:avLst>
          </a:prstGeom>
          <a:solidFill>
            <a:srgbClr val="E0F4F2"/>
          </a:solidFill>
          <a:ln w="12700">
            <a:solidFill>
              <a:srgbClr val="E0F4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68812E3-2CA2-42FC-BA4D-A4D24AFDDF7A}"/>
              </a:ext>
            </a:extLst>
          </p:cNvPr>
          <p:cNvSpPr>
            <a:spLocks noGrp="1"/>
          </p:cNvSpPr>
          <p:nvPr/>
        </p:nvSpPr>
        <p:spPr>
          <a:xfrm>
            <a:off x="4480560" y="182880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 b="1">
                <a:solidFill>
                  <a:srgbClr val="1B8E8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IPCThreadState — Thread 당 1</a:t>
            </a:r>
            <a:endParaRPr sz="15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F8559D1-3CEA-46C4-B2A6-E61319091E9D}"/>
              </a:ext>
            </a:extLst>
          </p:cNvPr>
          <p:cNvSpPr>
            <a:spLocks noGrp="1"/>
          </p:cNvSpPr>
          <p:nvPr/>
        </p:nvSpPr>
        <p:spPr>
          <a:xfrm>
            <a:off x="4480560" y="2240280"/>
            <a:ext cx="3291840" cy="21031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transact() → ioctl(BINDER_WRITE_READ)</a:t>
            </a:r>
            <a:endParaRPr sz="11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joinThreadPool() — 요청 대기 루프</a:t>
            </a:r>
            <a:endParaRPr sz="11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getCallingUid() / getCallingPid()</a:t>
            </a:r>
            <a:endParaRPr sz="11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처리 중 Transaction 의 발신자 보관</a:t>
            </a:r>
            <a:endParaRPr sz="11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TLS(thread-local) 에 저장</a:t>
            </a:r>
            <a:endParaRPr sz="115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FDFB15D-00E4-42ED-83CC-9DBC946B41A1}"/>
              </a:ext>
            </a:extLst>
          </p:cNvPr>
          <p:cNvSpPr>
            <a:spLocks noGrp="1"/>
          </p:cNvSpPr>
          <p:nvPr/>
        </p:nvSpPr>
        <p:spPr>
          <a:xfrm>
            <a:off x="457200" y="4572000"/>
            <a:ext cx="7498080" cy="1554480"/>
          </a:xfrm>
          <a:prstGeom prst="roundRect">
            <a:avLst>
              <a:gd name="adj" fmla="val 4706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7664AF3-8AC3-4D3F-B895-BE6F1D4128CE}"/>
              </a:ext>
            </a:extLst>
          </p:cNvPr>
          <p:cNvSpPr>
            <a:spLocks noGrp="1"/>
          </p:cNvSpPr>
          <p:nvPr/>
        </p:nvSpPr>
        <p:spPr>
          <a:xfrm>
            <a:off x="566928" y="4645152"/>
            <a:ext cx="7278624" cy="140817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sp&lt;ProcessState&gt; proc(ProcessState::self());          // /dev/binder open + mmap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sp&lt;IServiceManager&gt; sm = defaultServiceManager();     // handle 0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sm-&gt;addService(String16("my.service"), new BBinder); // 등록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ProcessState::self()-&gt;startThreadPool();              // 추가 Binder Thread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IPCThreadState::self()-&gt;joinThreadPool();             // main 도 합류 — 반환 안 함</a:t>
            </a:r>
            <a:endParaRPr sz="9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B86B211-6B36-4A2C-A743-970B55D59DFD}"/>
              </a:ext>
            </a:extLst>
          </p:cNvPr>
          <p:cNvSpPr>
            <a:spLocks noGrp="1"/>
          </p:cNvSpPr>
          <p:nvPr/>
        </p:nvSpPr>
        <p:spPr>
          <a:xfrm>
            <a:off x="8138160" y="4663440"/>
            <a:ext cx="356616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7151150-2991-432A-BFDE-E1E5778BFCF2}"/>
              </a:ext>
            </a:extLst>
          </p:cNvPr>
          <p:cNvSpPr>
            <a:spLocks noGrp="1"/>
          </p:cNvSpPr>
          <p:nvPr/>
        </p:nvSpPr>
        <p:spPr>
          <a:xfrm>
            <a:off x="8138160" y="466344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1 · libbinder 계층</a:t>
            </a:r>
            <a:endParaRPr sz="1150"/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38160" y="1737441"/>
            <a:ext cx="3566160" cy="265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1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E811EE-DC71-41D3-8854-49359A15B388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47B300-B861-4086-9C06-7A51743B71C0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1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35FB657-9A98-4093-B8A9-16C293C02D43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객체 모델 — IBinder / IInterface 와 Bn / Bp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9121D3D-733F-49F7-8AD9-54F443D83798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F1CBDEC-24AD-4BB9-99D9-F03DCDBC066B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6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C19B9D1-61F2-492B-B364-6BEE1E8F4020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A423B90-BAA7-46AD-9184-2108F8C75812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219456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IBinder</a:t>
            </a:r>
            <a:endParaRPr sz="14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DBA6108-9AB2-4147-B8DE-BD3E93AD154A}"/>
              </a:ext>
            </a:extLst>
          </p:cNvPr>
          <p:cNvSpPr>
            <a:spLocks noGrp="1"/>
          </p:cNvSpPr>
          <p:nvPr/>
        </p:nvSpPr>
        <p:spPr>
          <a:xfrm>
            <a:off x="457200" y="260604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A07EA33-6844-496E-81F6-54B74739E68B}"/>
              </a:ext>
            </a:extLst>
          </p:cNvPr>
          <p:cNvSpPr>
            <a:spLocks noGrp="1"/>
          </p:cNvSpPr>
          <p:nvPr/>
        </p:nvSpPr>
        <p:spPr>
          <a:xfrm>
            <a:off x="457200" y="2606040"/>
            <a:ext cx="1005840" cy="64008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BBinder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로컬·onTransact</a:t>
            </a:r>
            <a:endParaRPr sz="10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B381B40-E8D9-49E5-BE12-14FDABCEFD9B}"/>
              </a:ext>
            </a:extLst>
          </p:cNvPr>
          <p:cNvSpPr>
            <a:spLocks noGrp="1"/>
          </p:cNvSpPr>
          <p:nvPr/>
        </p:nvSpPr>
        <p:spPr>
          <a:xfrm>
            <a:off x="1645920" y="260604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9917D68-2996-43DF-8299-94B4ABEE3201}"/>
              </a:ext>
            </a:extLst>
          </p:cNvPr>
          <p:cNvSpPr>
            <a:spLocks noGrp="1"/>
          </p:cNvSpPr>
          <p:nvPr/>
        </p:nvSpPr>
        <p:spPr>
          <a:xfrm>
            <a:off x="1645920" y="2606040"/>
            <a:ext cx="1005840" cy="64008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BpBinder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원격 handle</a:t>
            </a:r>
            <a:endParaRPr sz="10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EB7C40D-4889-4104-8628-EF3896883854}"/>
              </a:ext>
            </a:extLst>
          </p:cNvPr>
          <p:cNvSpPr>
            <a:spLocks noGrp="1"/>
          </p:cNvSpPr>
          <p:nvPr/>
        </p:nvSpPr>
        <p:spPr>
          <a:xfrm>
            <a:off x="3017520" y="178308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4590E1F-3AAE-436B-8AC0-11308E64805B}"/>
              </a:ext>
            </a:extLst>
          </p:cNvPr>
          <p:cNvSpPr>
            <a:spLocks noGrp="1"/>
          </p:cNvSpPr>
          <p:nvPr/>
        </p:nvSpPr>
        <p:spPr>
          <a:xfrm>
            <a:off x="3017520" y="1783080"/>
            <a:ext cx="237744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IInterface</a:t>
            </a:r>
            <a:endParaRPr sz="14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0C4ABD3-9F0D-4ECE-BD12-02CFFDE90C4E}"/>
              </a:ext>
            </a:extLst>
          </p:cNvPr>
          <p:cNvSpPr>
            <a:spLocks noGrp="1"/>
          </p:cNvSpPr>
          <p:nvPr/>
        </p:nvSpPr>
        <p:spPr>
          <a:xfrm>
            <a:off x="3017520" y="260604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DACDA0B-82EA-47A5-BA74-61A55E850F12}"/>
              </a:ext>
            </a:extLst>
          </p:cNvPr>
          <p:cNvSpPr>
            <a:spLocks noGrp="1"/>
          </p:cNvSpPr>
          <p:nvPr/>
        </p:nvSpPr>
        <p:spPr>
          <a:xfrm>
            <a:off x="3017520" y="2606040"/>
            <a:ext cx="1097280" cy="64008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BnInterface&lt;I&gt;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= BBinder + I</a:t>
            </a:r>
            <a:endParaRPr sz="10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2A0CB25-CD10-4912-891A-6C9ECD299292}"/>
              </a:ext>
            </a:extLst>
          </p:cNvPr>
          <p:cNvSpPr>
            <a:spLocks noGrp="1"/>
          </p:cNvSpPr>
          <p:nvPr/>
        </p:nvSpPr>
        <p:spPr>
          <a:xfrm>
            <a:off x="4297680" y="260604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64CD3C1-6027-4130-B732-A6E82CD458FF}"/>
              </a:ext>
            </a:extLst>
          </p:cNvPr>
          <p:cNvSpPr>
            <a:spLocks noGrp="1"/>
          </p:cNvSpPr>
          <p:nvPr/>
        </p:nvSpPr>
        <p:spPr>
          <a:xfrm>
            <a:off x="4297680" y="2606040"/>
            <a:ext cx="1097280" cy="64008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BpInterface&lt;I&gt;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remote()→Bp</a:t>
            </a:r>
            <a:endParaRPr sz="1050"/>
          </a:p>
        </p:txBody>
      </p:sp>
      <p:graphicFrame>
        <p:nvGraphicFramePr>
          <p:cNvPr id="47" name="Table 0"/>
          <p:cNvGraphicFramePr/>
          <p:nvPr/>
        </p:nvGraphicFramePr>
        <p:xfrm>
          <a:off x="457200" y="3474720"/>
          <a:ext cx="4937760" cy="17602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우리가 쓰는 클래스 (실습 3~4)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상속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역할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ILedService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IInterface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순수 가상 인터페이스 · DECLARE_META_INTERFACE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BnLedService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BnInterface&lt;ILedService&gt;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Stub · onTransact(code) → 가상 함수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BpLedService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BpInterface&lt;ILedService&gt;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Proxy · Parcel 직렬화 + remote()-&gt;transact()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LedService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BnLedService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구현체 · ledOn() 의 실제 일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Shape 17">
            <a:extLst>
              <a:ext uri="{FF2B5EF4-FFF2-40B4-BE49-F238E27FC236}">
                <a16:creationId xmlns:a16="http://schemas.microsoft.com/office/drawing/2014/main" id="{8507AC39-92AD-4B82-B5E9-916A4E832030}"/>
              </a:ext>
            </a:extLst>
          </p:cNvPr>
          <p:cNvSpPr>
            <a:spLocks noGrp="1"/>
          </p:cNvSpPr>
          <p:nvPr/>
        </p:nvSpPr>
        <p:spPr>
          <a:xfrm>
            <a:off x="5669280" y="178308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46822A69-0D6E-4A9E-B42B-ACA9AA2D1A08}"/>
              </a:ext>
            </a:extLst>
          </p:cNvPr>
          <p:cNvSpPr>
            <a:spLocks noGrp="1"/>
          </p:cNvSpPr>
          <p:nvPr/>
        </p:nvSpPr>
        <p:spPr>
          <a:xfrm>
            <a:off x="5852160" y="187452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Java (Day 1) 대응</a:t>
            </a:r>
            <a:endParaRPr sz="13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CB90C22B-2283-43D8-AD57-1BEDA68BC43F}"/>
              </a:ext>
            </a:extLst>
          </p:cNvPr>
          <p:cNvSpPr>
            <a:spLocks noGrp="1"/>
          </p:cNvSpPr>
          <p:nvPr/>
        </p:nvSpPr>
        <p:spPr>
          <a:xfrm>
            <a:off x="5852160" y="2286000"/>
            <a:ext cx="2468880" cy="283464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IBinder ↔ IBinder</a:t>
            </a:r>
            <a:endParaRPr sz="11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BBinder ↔ Binder</a:t>
            </a:r>
            <a:endParaRPr sz="11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BpBinder ↔ BinderProxy</a:t>
            </a:r>
            <a:endParaRPr sz="11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BnInterface ↔ I.Stub</a:t>
            </a:r>
            <a:endParaRPr sz="11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BpInterface ↔ I.Stub.Proxy</a:t>
            </a:r>
            <a:endParaRPr sz="11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interface_cast ↔ Stub.asInterface</a:t>
            </a:r>
            <a:endParaRPr sz="11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descriptor ↔ DESCRIPTOR</a:t>
            </a:r>
            <a:endParaRPr sz="110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4132A426-151F-4AD1-96EC-B0F9C74A7831}"/>
              </a:ext>
            </a:extLst>
          </p:cNvPr>
          <p:cNvSpPr>
            <a:spLocks noGrp="1"/>
          </p:cNvSpPr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 i="1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BnInterface&lt;I&gt; 는 BBinder 와 I 를 동시에 상속 — addService 에 넘길 수 있고(BBinder), ledOn() 도 부를 수 있다(I).</a:t>
            </a:r>
            <a:endParaRPr sz="12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9211AF3D-1D1D-4DB9-BAB3-5EDADA1CB2E8}"/>
              </a:ext>
            </a:extLst>
          </p:cNvPr>
          <p:cNvSpPr>
            <a:spLocks noGrp="1"/>
          </p:cNvSpPr>
          <p:nvPr/>
        </p:nvSpPr>
        <p:spPr>
          <a:xfrm>
            <a:off x="457200" y="5852160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BD2B6865-728B-4B3A-8CDE-83D575849C0B}"/>
              </a:ext>
            </a:extLst>
          </p:cNvPr>
          <p:cNvSpPr>
            <a:spLocks noGrp="1"/>
          </p:cNvSpPr>
          <p:nvPr/>
        </p:nvSpPr>
        <p:spPr>
          <a:xfrm>
            <a:off x="457200" y="585216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1 · libbinder 계층 (객체 모델)</a:t>
            </a:r>
            <a:endParaRPr sz="1150"/>
          </a:p>
        </p:txBody>
      </p:sp>
      <p:pic>
        <p:nvPicPr>
          <p:cNvPr id="54" name="그림 5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596261" y="1783080"/>
            <a:ext cx="3107159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132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4C3505-00D9-4EEC-B4F5-99E0FEEFB2D1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ECA118-1E22-48A1-8F34-92DF9EB9E29E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1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923E4A-9575-4544-B79D-969B27CBD02A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META 매크로와 interface_cast — asInterface 의 분기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6988CC-2F29-4349-A10D-9A06AEC788AE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94533F3-EC24-4C5D-87B7-3CA1F1D694CF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7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E7DE02D-9E10-4ECD-BB91-C520D90C10C2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5852160" cy="2286000"/>
          </a:xfrm>
          <a:prstGeom prst="roundRect">
            <a:avLst>
              <a:gd name="adj" fmla="val 3200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3ACC9C5-EF5A-4E06-A17A-8588AD88A480}"/>
              </a:ext>
            </a:extLst>
          </p:cNvPr>
          <p:cNvSpPr>
            <a:spLocks noGrp="1"/>
          </p:cNvSpPr>
          <p:nvPr/>
        </p:nvSpPr>
        <p:spPr>
          <a:xfrm>
            <a:off x="566928" y="1810512"/>
            <a:ext cx="5632704" cy="213969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ILedService.h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class ILedService : public IInterface {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DECLARE_META_INTERFACE(LedService);      // descriptor, asInterface() 선언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virtual void ledOn() = 0;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enum { LED_ON = IBinder::FIRST_CALL_TRANSACTION };   // = 1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};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ILedService.cpp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IMPLEMENT_META_INTERFACE(LedService, "android.my.ILedService");</a:t>
            </a:r>
            <a:endParaRPr sz="11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F7875E3-DD52-4E92-9D10-3C70AD004F4C}"/>
              </a:ext>
            </a:extLst>
          </p:cNvPr>
          <p:cNvSpPr>
            <a:spLocks noGrp="1"/>
          </p:cNvSpPr>
          <p:nvPr/>
        </p:nvSpPr>
        <p:spPr>
          <a:xfrm>
            <a:off x="457200" y="4206240"/>
            <a:ext cx="5852160" cy="457200"/>
          </a:xfrm>
          <a:prstGeom prst="roundRect">
            <a:avLst>
              <a:gd name="adj" fmla="val 16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A406DA3-8D59-4CD0-8496-F2C0F7395526}"/>
              </a:ext>
            </a:extLst>
          </p:cNvPr>
          <p:cNvSpPr>
            <a:spLocks noGrp="1"/>
          </p:cNvSpPr>
          <p:nvPr/>
        </p:nvSpPr>
        <p:spPr>
          <a:xfrm>
            <a:off x="457200" y="4206240"/>
            <a:ext cx="5852160" cy="45720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15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interface_cast&lt;ILedService&gt;(binder)  ==  ILedService::asInterface(binder)</a:t>
            </a:r>
            <a:endParaRPr sz="11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5E1BB81-BB1C-4DF6-B778-9E1114DC95CF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852160" cy="457200"/>
          </a:xfrm>
          <a:prstGeom prst="roundRect">
            <a:avLst>
              <a:gd name="adj" fmla="val 16000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6821564-20C7-4981-8CA8-E5334C01F89E}"/>
              </a:ext>
            </a:extLst>
          </p:cNvPr>
          <p:cNvSpPr>
            <a:spLocks noGrp="1"/>
          </p:cNvSpPr>
          <p:nvPr/>
        </p:nvSpPr>
        <p:spPr>
          <a:xfrm>
            <a:off x="457200" y="4754880"/>
            <a:ext cx="5852160" cy="45720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1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binder-&gt;queryLocalInterface(descriptor)  — "내 Process 의 BBinder 인가?"</a:t>
            </a:r>
            <a:endParaRPr sz="11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A66C6A0-916A-446A-A79D-9667A0576C94}"/>
              </a:ext>
            </a:extLst>
          </p:cNvPr>
          <p:cNvSpPr>
            <a:spLocks noGrp="1"/>
          </p:cNvSpPr>
          <p:nvPr/>
        </p:nvSpPr>
        <p:spPr>
          <a:xfrm>
            <a:off x="457200" y="530352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9654996-448E-49D8-BC71-ACC4F4252175}"/>
              </a:ext>
            </a:extLst>
          </p:cNvPr>
          <p:cNvSpPr>
            <a:spLocks noGrp="1"/>
          </p:cNvSpPr>
          <p:nvPr/>
        </p:nvSpPr>
        <p:spPr>
          <a:xfrm>
            <a:off x="457200" y="5303520"/>
            <a:ext cx="2834640" cy="64008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50" b="1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로컬 → this 반환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Binder 안 거침 (Same process: YES)</a:t>
            </a:r>
            <a:endParaRPr sz="105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E7627E7-A3C8-4213-A552-1519FC27F431}"/>
              </a:ext>
            </a:extLst>
          </p:cNvPr>
          <p:cNvSpPr>
            <a:spLocks noGrp="1"/>
          </p:cNvSpPr>
          <p:nvPr/>
        </p:nvSpPr>
        <p:spPr>
          <a:xfrm>
            <a:off x="3474720" y="530352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E0F4F2"/>
          </a:solidFill>
          <a:ln w="12700">
            <a:solidFill>
              <a:srgbClr val="E0F4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60ADA8F-4577-437B-81D6-962F363CD6D2}"/>
              </a:ext>
            </a:extLst>
          </p:cNvPr>
          <p:cNvSpPr>
            <a:spLocks noGrp="1"/>
          </p:cNvSpPr>
          <p:nvPr/>
        </p:nvSpPr>
        <p:spPr>
          <a:xfrm>
            <a:off x="3474720" y="5303520"/>
            <a:ext cx="2834640" cy="64008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50" b="1">
                <a:solidFill>
                  <a:srgbClr val="1B8E8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원격 → new BpLedService(binder)</a:t>
            </a:r>
            <a:endParaRPr sz="1050"/>
          </a:p>
          <a:p>
            <a:pPr marL="0" indent="0" algn="ctr">
              <a:buNone/>
            </a:pPr>
            <a:r>
              <a:rPr sz="1050" b="1">
                <a:solidFill>
                  <a:srgbClr val="1B8E8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remote() = handle (Same process: NO)</a:t>
            </a:r>
            <a:endParaRPr sz="10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96F6466-B876-466E-BCAB-78DE5C123167}"/>
              </a:ext>
            </a:extLst>
          </p:cNvPr>
          <p:cNvSpPr>
            <a:spLocks noGrp="1"/>
          </p:cNvSpPr>
          <p:nvPr/>
        </p:nvSpPr>
        <p:spPr>
          <a:xfrm>
            <a:off x="6583680" y="4206240"/>
            <a:ext cx="5120640" cy="137160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DECLARE 는 선언, IMPLEMENT 는 본문 + descriptor 문자열</a:t>
            </a:r>
            <a:endParaRPr sz="11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descriptor 가 service list 의 [ … ] 에 표시된다 (실습 4)</a:t>
            </a:r>
            <a:endParaRPr sz="11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AIDL 은 이 매크로 세트를 자동 생성 (실습 7 의 DO_NOT_DIRECTLY_USE_ME_…)</a:t>
            </a:r>
            <a:endParaRPr sz="11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수작업 인터페이스는 #define DO_NOT_CHECK_MANUAL_BINDER_INTERFACES 필요</a:t>
            </a:r>
            <a:endParaRPr sz="11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DAD5CB6-852B-47D9-B501-3C5ACEE9A837}"/>
              </a:ext>
            </a:extLst>
          </p:cNvPr>
          <p:cNvSpPr>
            <a:spLocks noGrp="1"/>
          </p:cNvSpPr>
          <p:nvPr/>
        </p:nvSpPr>
        <p:spPr>
          <a:xfrm>
            <a:off x="6583680" y="5669280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087DB49-2A0F-46D1-AFD6-9F88CB326E17}"/>
              </a:ext>
            </a:extLst>
          </p:cNvPr>
          <p:cNvSpPr>
            <a:spLocks noGrp="1"/>
          </p:cNvSpPr>
          <p:nvPr/>
        </p:nvSpPr>
        <p:spPr>
          <a:xfrm>
            <a:off x="6583680" y="5669280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2 · interface_cast 와 META 매크로</a:t>
            </a:r>
            <a:endParaRPr sz="1150"/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83680" y="1737502"/>
            <a:ext cx="5120640" cy="228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98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FD99CA-7498-426C-BF78-CD833B066BB7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E9C1A7-0528-484B-BCE9-B51B1C78343A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1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D77D4C1-128E-4523-86BF-9E89215B8D86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Bn / Bp Transaction 흐름 — Parcel 은 순서가 계약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48CA902-01E1-4F43-9B4A-D675150AE320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5753131-EAB0-4CF2-BA9A-013210363D48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8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FF215A1-1D9D-43AC-BF9D-77A56B89DD56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55B2D9D-2176-4F25-BB70-79D74638C99F}"/>
              </a:ext>
            </a:extLst>
          </p:cNvPr>
          <p:cNvSpPr>
            <a:spLocks noGrp="1"/>
          </p:cNvSpPr>
          <p:nvPr/>
        </p:nvSpPr>
        <p:spPr>
          <a:xfrm>
            <a:off x="566928" y="1810512"/>
            <a:ext cx="5266944" cy="213969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Proxy (Client)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int BpLedService::ledOn(int ratio) {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Parcel data, reply;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data.writeInterfaceToken(ILedService::getInterfaceDescriptor());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data.writeInt32(ratio);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remote()-&gt;transact(LED_ON, data, &amp;reply);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return reply.readInt32();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A7D086D-4B85-47B5-943A-F8B8A1AE7ABC}"/>
              </a:ext>
            </a:extLst>
          </p:cNvPr>
          <p:cNvSpPr>
            <a:spLocks noGrp="1"/>
          </p:cNvSpPr>
          <p:nvPr/>
        </p:nvSpPr>
        <p:spPr>
          <a:xfrm>
            <a:off x="457200" y="411480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20467D6-D4B5-4A08-B0CD-65EBA32B30D8}"/>
              </a:ext>
            </a:extLst>
          </p:cNvPr>
          <p:cNvSpPr>
            <a:spLocks noGrp="1"/>
          </p:cNvSpPr>
          <p:nvPr/>
        </p:nvSpPr>
        <p:spPr>
          <a:xfrm>
            <a:off x="566928" y="4187952"/>
            <a:ext cx="5266944" cy="186537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Stub (Server)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case LED_ON: {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CHECK_INTERFACE(ILedService, data, reply);   // 토큰 검사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int ratio = data.readInt32();               // 쓴 순서대로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reply-&gt;writeInt32(ledOn(ratio));             // 가상 호출 + 반환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return NO_ERROR;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/>
          </a:p>
        </p:txBody>
      </p:sp>
      <p:graphicFrame>
        <p:nvGraphicFramePr>
          <p:cNvPr id="28" name="Table 0"/>
          <p:cNvGraphicFramePr/>
          <p:nvPr/>
        </p:nvGraphicFramePr>
        <p:xfrm>
          <a:off x="6217920" y="1737360"/>
          <a:ext cx="5486400" cy="1463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Parcel API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용도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writeInt32 / readInt32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기본형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writeString16 / readString16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문자열 (UTF-16)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writeStrongBinder / readStrongBinder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IBinder (Callback)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writeFileDescriptor / readFileDescriptor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FD (Pipe · ashmem)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writeInterfaceToken / CHECK_INTERFACE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인터페이스 검증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>
            <a:extLst>
              <a:ext uri="{FF2B5EF4-FFF2-40B4-BE49-F238E27FC236}">
                <a16:creationId xmlns:a16="http://schemas.microsoft.com/office/drawing/2014/main" id="{8E489A4E-F3AA-4C1F-99BE-8766E10B0E2A}"/>
              </a:ext>
            </a:extLst>
          </p:cNvPr>
          <p:cNvSpPr>
            <a:spLocks noGrp="1"/>
          </p:cNvSpPr>
          <p:nvPr/>
        </p:nvSpPr>
        <p:spPr>
          <a:xfrm>
            <a:off x="6217920" y="5257800"/>
            <a:ext cx="548640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E700CEE-C12D-4502-98ED-50C7F6C59636}"/>
              </a:ext>
            </a:extLst>
          </p:cNvPr>
          <p:cNvSpPr>
            <a:spLocks noGrp="1"/>
          </p:cNvSpPr>
          <p:nvPr/>
        </p:nvSpPr>
        <p:spPr>
          <a:xfrm>
            <a:off x="6217920" y="5257800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3 · Bn/Bp Transaction 흐름</a:t>
            </a:r>
            <a:endParaRPr sz="11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DD75FAF-8EF4-4451-9CA8-C151A0D95192}"/>
              </a:ext>
            </a:extLst>
          </p:cNvPr>
          <p:cNvSpPr>
            <a:spLocks noGrp="1"/>
          </p:cNvSpPr>
          <p:nvPr/>
        </p:nvSpPr>
        <p:spPr>
          <a:xfrm>
            <a:off x="6217920" y="57607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00" i="1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service call my.led_service 1 s16 "android.my.ILedService" i32 30 — 같은 바이트를 쉘에서 손으로 만든 것</a:t>
            </a:r>
            <a:endParaRPr sz="1000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17920" y="3932555"/>
            <a:ext cx="5486400" cy="118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259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E9C128-75E9-4010-8FCB-554969ADF004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2A0085-E646-4977-9958-17CA99A398D8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1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0A7EAE-E5D2-4D57-BC85-77F9D24971C4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역방향 호출 — IBinder 가 Parcel 을 타면 node → handle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4AB0678-732C-410E-8959-0CE07DE677D9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5BE0669-E948-4043-81EC-1118197E7A86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9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2581EFC-D988-4083-9FD7-D79C9DB26182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3CF894C-5860-4361-8734-50D66D5D18DD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20574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Client</a:t>
            </a:r>
            <a:endParaRPr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76349DD-21CC-4E68-B42E-E6A789EE3C8B}"/>
              </a:ext>
            </a:extLst>
          </p:cNvPr>
          <p:cNvSpPr>
            <a:spLocks noGrp="1"/>
          </p:cNvSpPr>
          <p:nvPr/>
        </p:nvSpPr>
        <p:spPr>
          <a:xfrm>
            <a:off x="457200" y="2377440"/>
            <a:ext cx="20574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MyCallback : BnMyDataCallback</a:t>
            </a:r>
            <a:endParaRPr sz="1000"/>
          </a:p>
          <a:p>
            <a:pPr marL="0" indent="0" algn="ctr">
              <a:buNone/>
            </a:pPr>
            <a:r>
              <a:rPr sz="10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(로컬 BBinder)</a:t>
            </a:r>
            <a:endParaRPr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CE1FE5F-02B6-4712-B2E8-1181FC8311BC}"/>
              </a:ext>
            </a:extLst>
          </p:cNvPr>
          <p:cNvSpPr>
            <a:spLocks noGrp="1"/>
          </p:cNvSpPr>
          <p:nvPr/>
        </p:nvSpPr>
        <p:spPr>
          <a:xfrm>
            <a:off x="2532888" y="1920240"/>
            <a:ext cx="20116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F4A4B56-3BB1-467C-A30E-248B418CD88B}"/>
              </a:ext>
            </a:extLst>
          </p:cNvPr>
          <p:cNvSpPr>
            <a:spLocks noGrp="1"/>
          </p:cNvSpPr>
          <p:nvPr/>
        </p:nvSpPr>
        <p:spPr>
          <a:xfrm>
            <a:off x="2743200" y="17830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468248A-F1D9-45A4-A733-6B49DD98DB62}"/>
              </a:ext>
            </a:extLst>
          </p:cNvPr>
          <p:cNvSpPr>
            <a:spLocks noGrp="1"/>
          </p:cNvSpPr>
          <p:nvPr/>
        </p:nvSpPr>
        <p:spPr>
          <a:xfrm>
            <a:off x="2743200" y="1783080"/>
            <a:ext cx="20574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writeStrongBinder</a:t>
            </a:r>
            <a:endParaRPr sz="1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044814A-8D8E-4E10-ACA3-FFED57134531}"/>
              </a:ext>
            </a:extLst>
          </p:cNvPr>
          <p:cNvSpPr>
            <a:spLocks noGrp="1"/>
          </p:cNvSpPr>
          <p:nvPr/>
        </p:nvSpPr>
        <p:spPr>
          <a:xfrm>
            <a:off x="2743200" y="2377440"/>
            <a:ext cx="20574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Parcel 에 객체 포인터</a:t>
            </a:r>
            <a:endParaRPr sz="1000"/>
          </a:p>
          <a:p>
            <a:pPr marL="0" indent="0" algn="ctr">
              <a:buNone/>
            </a:pPr>
            <a:r>
              <a:rPr sz="10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BINDER_TYPE_BINDER</a:t>
            </a:r>
            <a:endParaRPr sz="10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E78A11E-5ACC-46BA-AF28-12BC3DF520A6}"/>
              </a:ext>
            </a:extLst>
          </p:cNvPr>
          <p:cNvSpPr>
            <a:spLocks noGrp="1"/>
          </p:cNvSpPr>
          <p:nvPr/>
        </p:nvSpPr>
        <p:spPr>
          <a:xfrm>
            <a:off x="4818888" y="1920240"/>
            <a:ext cx="20116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0E63FE8-2E97-46AC-BFA9-9635FF71CD7E}"/>
              </a:ext>
            </a:extLst>
          </p:cNvPr>
          <p:cNvSpPr>
            <a:spLocks noGrp="1"/>
          </p:cNvSpPr>
          <p:nvPr/>
        </p:nvSpPr>
        <p:spPr>
          <a:xfrm>
            <a:off x="5029200" y="17830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410256E-1A26-47FB-89D1-BD3893BD1AB4}"/>
              </a:ext>
            </a:extLst>
          </p:cNvPr>
          <p:cNvSpPr>
            <a:spLocks noGrp="1"/>
          </p:cNvSpPr>
          <p:nvPr/>
        </p:nvSpPr>
        <p:spPr>
          <a:xfrm>
            <a:off x="5029200" y="1783080"/>
            <a:ext cx="20574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Driver</a:t>
            </a:r>
            <a:endParaRPr sz="1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83E4D62-1F57-4E13-994D-F72565967533}"/>
              </a:ext>
            </a:extLst>
          </p:cNvPr>
          <p:cNvSpPr>
            <a:spLocks noGrp="1"/>
          </p:cNvSpPr>
          <p:nvPr/>
        </p:nvSpPr>
        <p:spPr>
          <a:xfrm>
            <a:off x="5029200" y="2377440"/>
            <a:ext cx="20574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node 생성 → 서버용 ref</a:t>
            </a:r>
            <a:endParaRPr sz="1000"/>
          </a:p>
          <a:p>
            <a:pPr marL="0" indent="0" algn="ctr">
              <a:buNone/>
            </a:pPr>
            <a:r>
              <a:rPr sz="10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BINDER_TYPE_HANDLE 로 변환</a:t>
            </a:r>
            <a:endParaRPr sz="10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D140FE9-5BC7-46E0-A773-F6E63C34D97B}"/>
              </a:ext>
            </a:extLst>
          </p:cNvPr>
          <p:cNvSpPr>
            <a:spLocks noGrp="1"/>
          </p:cNvSpPr>
          <p:nvPr/>
        </p:nvSpPr>
        <p:spPr>
          <a:xfrm>
            <a:off x="7104888" y="1920240"/>
            <a:ext cx="20116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6E26566-69C6-45D2-A240-E59F42FD1E84}"/>
              </a:ext>
            </a:extLst>
          </p:cNvPr>
          <p:cNvSpPr>
            <a:spLocks noGrp="1"/>
          </p:cNvSpPr>
          <p:nvPr/>
        </p:nvSpPr>
        <p:spPr>
          <a:xfrm>
            <a:off x="7315200" y="17830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F6EA95C-166A-4AC6-9A8C-6BD33AC54BE4}"/>
              </a:ext>
            </a:extLst>
          </p:cNvPr>
          <p:cNvSpPr>
            <a:spLocks noGrp="1"/>
          </p:cNvSpPr>
          <p:nvPr/>
        </p:nvSpPr>
        <p:spPr>
          <a:xfrm>
            <a:off x="7315200" y="1783080"/>
            <a:ext cx="20574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Server</a:t>
            </a:r>
            <a:endParaRPr sz="12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59160E5-41C9-4930-B47D-E1623AE96A41}"/>
              </a:ext>
            </a:extLst>
          </p:cNvPr>
          <p:cNvSpPr>
            <a:spLocks noGrp="1"/>
          </p:cNvSpPr>
          <p:nvPr/>
        </p:nvSpPr>
        <p:spPr>
          <a:xfrm>
            <a:off x="7315200" y="2377440"/>
            <a:ext cx="20574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readStrongBinder → BpBinder</a:t>
            </a:r>
            <a:endParaRPr sz="1000"/>
          </a:p>
          <a:p>
            <a:pPr marL="0" indent="0" algn="ctr">
              <a:buNone/>
            </a:pPr>
            <a:r>
              <a:rPr sz="10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interface_cast → BpMyDataCallback</a:t>
            </a:r>
            <a:endParaRPr sz="10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8AC9200-332A-4534-82A5-6C5439648798}"/>
              </a:ext>
            </a:extLst>
          </p:cNvPr>
          <p:cNvSpPr>
            <a:spLocks noGrp="1"/>
          </p:cNvSpPr>
          <p:nvPr/>
        </p:nvSpPr>
        <p:spPr>
          <a:xfrm>
            <a:off x="9390888" y="1920240"/>
            <a:ext cx="20116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9AC6579-3DED-4CF7-8328-67759C03D8D9}"/>
              </a:ext>
            </a:extLst>
          </p:cNvPr>
          <p:cNvSpPr>
            <a:spLocks noGrp="1"/>
          </p:cNvSpPr>
          <p:nvPr/>
        </p:nvSpPr>
        <p:spPr>
          <a:xfrm>
            <a:off x="9601200" y="17830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F95273B-EB7D-46C3-BFB6-796854F77CBF}"/>
              </a:ext>
            </a:extLst>
          </p:cNvPr>
          <p:cNvSpPr>
            <a:spLocks noGrp="1"/>
          </p:cNvSpPr>
          <p:nvPr/>
        </p:nvSpPr>
        <p:spPr>
          <a:xfrm>
            <a:off x="9601200" y="1783080"/>
            <a:ext cx="20574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cb-&gt;onDataReceived()</a:t>
            </a:r>
            <a:endParaRPr sz="12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3680F86-ECC9-4CDA-B0EA-7FAE46D4E663}"/>
              </a:ext>
            </a:extLst>
          </p:cNvPr>
          <p:cNvSpPr>
            <a:spLocks noGrp="1"/>
          </p:cNvSpPr>
          <p:nvPr/>
        </p:nvSpPr>
        <p:spPr>
          <a:xfrm>
            <a:off x="9601200" y="2377440"/>
            <a:ext cx="20574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서버 → Client transact</a:t>
            </a:r>
            <a:endParaRPr sz="1000"/>
          </a:p>
          <a:p>
            <a:pPr marL="0" indent="0" algn="ctr">
              <a:buNone/>
            </a:pPr>
            <a:r>
              <a:rPr sz="100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Client Binder Thread 에서 실행</a:t>
            </a:r>
            <a:endParaRPr sz="10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419147B-EEDC-475A-8B59-208FFA7FDF1B}"/>
              </a:ext>
            </a:extLst>
          </p:cNvPr>
          <p:cNvSpPr>
            <a:spLocks noGrp="1"/>
          </p:cNvSpPr>
          <p:nvPr/>
        </p:nvSpPr>
        <p:spPr>
          <a:xfrm>
            <a:off x="457200" y="329184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287639E-F724-441E-A936-C5C2ABEE8157}"/>
              </a:ext>
            </a:extLst>
          </p:cNvPr>
          <p:cNvSpPr>
            <a:spLocks noGrp="1"/>
          </p:cNvSpPr>
          <p:nvPr/>
        </p:nvSpPr>
        <p:spPr>
          <a:xfrm>
            <a:off x="566928" y="3364992"/>
            <a:ext cx="5266944" cy="250545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Proxy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data.writeStrongBinder(IInterface::asBinder(cb));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Stub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sp&lt;IBinder&gt; b = data.readStrongBinder();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sp&lt;IMyDataCallback&gt; cb = interface_cast&lt;IMyDataCallback&gt;(b);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cb-&gt;onDataReceived(String16("Hello"));   // 역방향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Client — 요청을 받아야 하므로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ProcessState::self()-&gt;startThreadPool();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IPCThreadState::self()-&gt;joinThreadPool();</a:t>
            </a:r>
            <a:endParaRPr sz="11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9A39791-400F-40FF-B0E8-2832A07DEE7A}"/>
              </a:ext>
            </a:extLst>
          </p:cNvPr>
          <p:cNvSpPr>
            <a:spLocks noGrp="1"/>
          </p:cNvSpPr>
          <p:nvPr/>
        </p:nvSpPr>
        <p:spPr>
          <a:xfrm>
            <a:off x="9052560" y="3291840"/>
            <a:ext cx="2651760" cy="21031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포인터는 Process 를 넘지 않는다 — Driver 가 handle 로 변환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Client 도 Server 역할 → Thread Pool 필수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Java 는 Framework 가 자동, Native 는 직접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RemoteCallbackList · linkToDeath 는 이 node/ref 위의 사망 통지</a:t>
            </a:r>
            <a:endParaRPr sz="105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482F961-DD01-4312-AF4B-BDF124AA7D8E}"/>
              </a:ext>
            </a:extLst>
          </p:cNvPr>
          <p:cNvSpPr>
            <a:spLocks noGrp="1"/>
          </p:cNvSpPr>
          <p:nvPr/>
        </p:nvSpPr>
        <p:spPr>
          <a:xfrm>
            <a:off x="9052560" y="5486400"/>
            <a:ext cx="265176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72AE040-56EF-4C9B-8336-578D6A2B1840}"/>
              </a:ext>
            </a:extLst>
          </p:cNvPr>
          <p:cNvSpPr>
            <a:spLocks noGrp="1"/>
          </p:cNvSpPr>
          <p:nvPr/>
        </p:nvSpPr>
        <p:spPr>
          <a:xfrm>
            <a:off x="9052560" y="548640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4 · Callback 역방향</a:t>
            </a:r>
            <a:endParaRPr sz="1150"/>
          </a:p>
        </p:txBody>
      </p:sp>
      <p:pic>
        <p:nvPicPr>
          <p:cNvPr id="63" name="그림 6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17920" y="3291840"/>
            <a:ext cx="2651760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479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44EAA8-ECB7-45A5-B559-AD80A4F7FA1B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F09590-86CB-4268-B19E-DFEF0D83A885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2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5D4EA8-D75C-4DA7-922C-35B8B8B1D9CA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최소 Native Binder Server — BBinder 하나 등록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408867A-6A85-4275-9891-F6DBC8D6596B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EFEED8F-E7CD-4B4D-8A41-95C1D4674092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10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A720CE2-A5E8-4132-952A-75EF05448754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61A9B01-C588-4705-B978-B58F4F7EEA3B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ProcessState · defaultServiceManager · addService · joinThreadPool 다섯 줄로 서비스 등록     ·     소요 20분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8A3BDE6-6A69-4F06-AC3B-DF4F80F631D5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5AAAF8F-D6F6-4520-9EC5-7665D64315C4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binder1/my_server.cpp 작성 (문서 그대로 5줄 골격)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cd ~/android/day2 &amp;&amp; mm → $OUT/system/bin/my_server_test_1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WinSCP → adb push /data → chmod 755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터미널 ① /data/my_server_test_1 실행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터미널 ② service list | grep my.service · binder_logs/proc/&lt;PID&gt; · service call my.service 1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D67C47A-326E-430F-A659-93E2D57A6650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E3EB0B8-9E0D-4F3F-856E-05DE45215385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48E7B8B-5A89-4F53-AB6E-1EC043EA9DFE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service list 에 my.service: [] (descriptor 없음)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binder_logs 에 node 1개 · thread 1개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service call → -1 (UNKNOWN_TRANSACTION)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서버 종료 후 service list 에서 사라짐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754FDA4-FFF9-4797-BB66-B4F874AAA6A4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D9D1943-7F08-4323-A964-2E586814F291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1 · libbinder 계층</a:t>
            </a:r>
            <a:endParaRPr sz="1150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79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CF48126-F180-4FAA-964E-7BB146E69BCE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DD1560-C6C3-40F2-B3CC-9BB8B1841072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3·4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5FA8C6E-4B62-4EE7-9219-E53464C88B7B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Proxy 수작업 → Bn/Bp 대칭 완성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00A6A74-927B-48EB-B90C-18725FA457D5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9447669-1325-496A-B446-2295ECDEAC5C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11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3314AB0-14F6-4ABD-B1F6-1AD6D4484B2E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0695DF2-2D42-4F89-B658-BD9C7BD80059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ILedService · BpLedService · interface_cast (실습 3) → BnLedService::onTransact · LedService · descriptor (실습 4)     ·     소요 30 + 30분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811B5CA-CC58-443F-846A-82BBDEB94063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DD0E767-2E32-4932-8A47-1856E4E70620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3: ILedService.h (DECLARE_META_INTERFACE, LED_ON=1) · ILedService.cpp (BpLedService, IMPLEMENT_META_INTERFACE)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3: Server 는 raw BBinder 유지 → onTransact(code=1) 로 도착 확인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4: ILedService.h 에 BnLedService 선언 추가 · onTransact 구현 (CHECK_INTERFACE)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4: LedService : BnLedService 구현체 · startThreadPool 추가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4: service call 토큰 유무 비교 (s16 "android.my.ILedService")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80ACFBC-BE94-43E9-AFF0-064205597E15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E7B4D0E-C50B-43B9-8E99-92989FCD4DFC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817DF21-4B77-4A28-89C2-81167F802B07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3: pLed-&gt;ledOn() → 서버 onTransact(code=1)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4: service list 에 [android.my.ILedService]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4: 서버 로그 caller pid/uid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토큰 없으면 PERMISSION_DENIED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2265F2B-14AF-4C43-8565-CE931DA73834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B8B4E79-EBE7-4A8B-9876-B6E951B0EDC7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2 · interface_cast</a:t>
            </a:r>
            <a:endParaRPr sz="11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C6C7E14-5D75-497D-BAEF-BFF1FCCE12AF}"/>
              </a:ext>
            </a:extLst>
          </p:cNvPr>
          <p:cNvSpPr>
            <a:spLocks noGrp="1"/>
          </p:cNvSpPr>
          <p:nvPr/>
        </p:nvSpPr>
        <p:spPr>
          <a:xfrm>
            <a:off x="6858000" y="6099048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915E937-A3A8-40A9-843D-69BEEA5CB635}"/>
              </a:ext>
            </a:extLst>
          </p:cNvPr>
          <p:cNvSpPr>
            <a:spLocks noGrp="1"/>
          </p:cNvSpPr>
          <p:nvPr/>
        </p:nvSpPr>
        <p:spPr>
          <a:xfrm>
            <a:off x="6858000" y="6099048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4"/>
              </a:rPr>
              <a:t>▶  애니메이션 3 · Bn/Bp Transaction 흐름</a:t>
            </a:r>
            <a:endParaRPr sz="1150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781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41DEEE-DCC4-4133-B524-A0F8169C0329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D1ADDCE-D89C-4655-81CD-E231215B3435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5·6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59670A-3EB2-41C4-90B4-063766236AEB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Parcel 인자·반환값 → Callback 역방향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4C06A2F-2960-4867-9B87-B2DCF01AD0F7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129D6BD-3443-4B21-BC00-45EA117A9405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12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B4103B1-F44A-4DB1-8253-79716FF7A20C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9A820BC-37C8-4CB4-960F-A97FF30D5EFD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writeInt32/readInt32 · reply (실습 5) → writeStrongBinder · Client Thread Pool (실습 6)     ·     소요 20 + 30분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B8C76D0-B6B4-481C-8965-B3D261E7676F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15FB596-AEC0-4FE9-9F0E-B02DB832D83C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5: binder3 복사 → ledOn(int ratio) → int 로 시그니처 변경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5: Proxy writeInt32 / Stub readInt32 · reply-&gt;writeInt32 / reply.readInt32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5: Step 6 — readInt32 앞에 readString16 을 끼워 순서 깨뜨리기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6: IMyDataCallback (Bn/Bp) + IMyDataService (Bn/Bp) 4파일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6: Client 가 MyCallback 을 넘기고 joinThreadPool · Step 5 — Thread Pool 제거 실험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AB1C5D2-27CA-414B-8924-193FCC0AA3F8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752F907-EBBE-4150-924C-0AE4AD80636C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B44180D-B775-42AD-B463-20FA2AC4FF71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ledOn(70)=70, ledOn(250)=100 (서버 보정)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service call … i32 30 → Parcel 0x1e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순서 깨면 값이 엉뚱함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onDataReceived 가 Client 의 다른 tid 에서 실행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B6C40F8-9FCB-40B2-98D9-C46B6C177C6A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B389126-A5D6-4FF6-A2B9-8F23A4354C89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3 · Parcel 순서</a:t>
            </a:r>
            <a:endParaRPr sz="11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B13264D-1DDC-4DB9-9886-099851F753E4}"/>
              </a:ext>
            </a:extLst>
          </p:cNvPr>
          <p:cNvSpPr>
            <a:spLocks noGrp="1"/>
          </p:cNvSpPr>
          <p:nvPr/>
        </p:nvSpPr>
        <p:spPr>
          <a:xfrm>
            <a:off x="6858000" y="6099048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24FBE63-F9EA-4688-88E8-82F1408EE465}"/>
              </a:ext>
            </a:extLst>
          </p:cNvPr>
          <p:cNvSpPr>
            <a:spLocks noGrp="1"/>
          </p:cNvSpPr>
          <p:nvPr/>
        </p:nvSpPr>
        <p:spPr>
          <a:xfrm>
            <a:off x="6858000" y="6099048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4"/>
              </a:rPr>
              <a:t>▶  애니메이션 4 · Callback 역방향</a:t>
            </a:r>
            <a:endParaRPr sz="1150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56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1619E8-C19E-4F84-9541-9ADFFAB60A07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117CD7-108B-4E2B-BB3D-38579AFBC3BF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Chapter 2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0542A8C-EA1E-4BC0-AD33-CB5AE0E42211}"/>
              </a:ext>
            </a:extLst>
          </p:cNvPr>
          <p:cNvSpPr>
            <a:spLocks noGrp="1"/>
          </p:cNvSpPr>
          <p:nvPr/>
        </p:nvSpPr>
        <p:spPr>
          <a:xfrm>
            <a:off x="731520" y="2514600"/>
            <a:ext cx="63093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AIDL Native backend</a:t>
            </a:r>
            <a:endParaRPr sz="3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9F51A6B-6C06-484C-B6A7-8B11C650E7EE}"/>
              </a:ext>
            </a:extLst>
          </p:cNvPr>
          <p:cNvSpPr>
            <a:spLocks noGrp="1"/>
          </p:cNvSpPr>
          <p:nvPr/>
        </p:nvSpPr>
        <p:spPr>
          <a:xfrm>
            <a:off x="731520" y="3749040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CADCF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25분 · aidl_interface · cpp / ndk backend · 생성 코드 · binder::Status · 안정성(unstable vs vintf)</a:t>
            </a:r>
            <a:endParaRPr sz="150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15835" y="1371600"/>
            <a:ext cx="43878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978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A9E4F1-9096-4980-A4E8-42363F6001F6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E4675E-8131-4ACB-B269-B91B57716F5A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2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A8834C-3B90-440F-AB12-9BF6E82F3A26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aidl_interface — .aidl 에서 Bn / Bp / I 자동 생성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E89491-EC57-432F-B341-0F7DC3E8ADD5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4AE929A-BA87-4F93-AFC9-9E9DA320A780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14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40A2CB8-E87A-4A7A-AFC1-645811B5BBBD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6766560" cy="2468880"/>
          </a:xfrm>
          <a:prstGeom prst="roundRect">
            <a:avLst>
              <a:gd name="adj" fmla="val 2963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6FB1E32-601D-4A8B-B8F6-8580FB9A08D0}"/>
              </a:ext>
            </a:extLst>
          </p:cNvPr>
          <p:cNvSpPr>
            <a:spLocks noGrp="1"/>
          </p:cNvSpPr>
          <p:nvPr/>
        </p:nvSpPr>
        <p:spPr>
          <a:xfrm>
            <a:off x="566928" y="1810512"/>
            <a:ext cx="6547104" cy="232257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aidl_interface {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name: "my_interface",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srcs: ["binder7/IMyDataCallback.aidl", "binder7/IMyDataService.aidl"],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local_include_dir: "binder7",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backend: { cpp: { enabled: true } },     // ndk / java / rust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unstable: true,                          // HAL: stability: "vintf" + versions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cc_binary { name: "binder_server_7", srcs: ["binder7/server.cpp"],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        shared_libs: ["libbinder", "libutils"], static_libs: ["my_interface-cpp"] }</a:t>
            </a:r>
            <a:endParaRPr sz="1100"/>
          </a:p>
        </p:txBody>
      </p:sp>
      <p:graphicFrame>
        <p:nvGraphicFramePr>
          <p:cNvPr id="24" name="Table 0"/>
          <p:cNvGraphicFramePr/>
          <p:nvPr/>
        </p:nvGraphicFramePr>
        <p:xfrm>
          <a:off x="457200" y="4389120"/>
          <a:ext cx="6766560" cy="141732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손으로 쓴 것 (실습 3~6)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생성 코드 (실습 7)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class BpLedService : BpInterface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BpMyDataService.h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BnLedService::onTransact + case LED_ON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BnMyDataService.h · TRANSACTION_registerCallback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writeInterfaceToken / CHECK_INTERFACE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_aidl_data.writeInterfaceToken · checkInterface(this)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IMPLEMENT_META_INTERFACE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DO_NOT_DIRECTLY_USE_ME_IMPLEMENT_META_INTERFACE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reply-&gt;writeInt32(ret)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Status 헤더 + _aidl_reply-&gt;writeInt32(_aidl_return)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9">
            <a:extLst>
              <a:ext uri="{FF2B5EF4-FFF2-40B4-BE49-F238E27FC236}">
                <a16:creationId xmlns:a16="http://schemas.microsoft.com/office/drawing/2014/main" id="{284C3C00-9D20-4C44-A3CC-6479A0C0F334}"/>
              </a:ext>
            </a:extLst>
          </p:cNvPr>
          <p:cNvSpPr>
            <a:spLocks noGrp="1"/>
          </p:cNvSpPr>
          <p:nvPr/>
        </p:nvSpPr>
        <p:spPr>
          <a:xfrm>
            <a:off x="7498080" y="4389120"/>
            <a:ext cx="4206240" cy="128016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aidl --lang=cpp -I . -o gen -h gen X.aidl 로 직접 실행 가능 (실습 7 Step 5-1)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-cpp / -ndk / -java 접미사 라이브러리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생성 Method: Status f(in…, T* _aidl_return)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6 파일 4개 → .aidl 2개</a:t>
            </a:r>
            <a:endParaRPr sz="10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05DB716-C26D-470A-9853-CBF4971260DB}"/>
              </a:ext>
            </a:extLst>
          </p:cNvPr>
          <p:cNvSpPr>
            <a:spLocks noGrp="1"/>
          </p:cNvSpPr>
          <p:nvPr/>
        </p:nvSpPr>
        <p:spPr>
          <a:xfrm>
            <a:off x="7498080" y="5760720"/>
            <a:ext cx="420624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ADFD05E-CCA0-4C7C-9E61-FF05B7EA6C36}"/>
              </a:ext>
            </a:extLst>
          </p:cNvPr>
          <p:cNvSpPr>
            <a:spLocks noGrp="1"/>
          </p:cNvSpPr>
          <p:nvPr/>
        </p:nvSpPr>
        <p:spPr>
          <a:xfrm>
            <a:off x="7498080" y="5760720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5 · AIDL cpp backend 생성</a:t>
            </a:r>
            <a:endParaRPr sz="115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8844" y="1737360"/>
            <a:ext cx="4204712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958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5A90FF-576B-4E1D-8A66-0CBE2B3605AD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814607-69C4-4F62-AFDD-D237CA75003F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2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EF02BE-BB76-4850-B5B3-56A97E0FE146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binder::Status 와 NDK backend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56F02CA-FAA2-4470-BDCC-D2E60F2C44CE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9E3D082-A5DD-4475-B7EA-31B7E8274250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15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709BEDC-61D4-4932-99ED-AB4133E73F59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5852160" cy="2286000"/>
          </a:xfrm>
          <a:prstGeom prst="roundRect">
            <a:avLst>
              <a:gd name="adj" fmla="val 3200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4391F80-5206-4254-88DE-8035B150867B}"/>
              </a:ext>
            </a:extLst>
          </p:cNvPr>
          <p:cNvSpPr>
            <a:spLocks noGrp="1"/>
          </p:cNvSpPr>
          <p:nvPr/>
        </p:nvSpPr>
        <p:spPr>
          <a:xfrm>
            <a:off x="566928" y="1810512"/>
            <a:ext cx="5632704" cy="213969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cpp backend — 생성 시그니처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Status add(int32_t a, int32_t b, int32_t* _aidl_return) override {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if (a &lt; 0) return Status::fromExceptionCode(Status::EX_ILLEGAL_ARGUMENT, "neg");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*_aidl_return = a + b;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return Status::ok();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// Client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Status st = svc-&gt;add(-1, 2, &amp;r);   // st.exceptionCode() == EX_ILLEGAL_ARGUMENT</a:t>
            </a:r>
            <a:endParaRPr sz="1100"/>
          </a:p>
        </p:txBody>
      </p:sp>
      <p:graphicFrame>
        <p:nvGraphicFramePr>
          <p:cNvPr id="26" name="Table 0"/>
          <p:cNvGraphicFramePr/>
          <p:nvPr/>
        </p:nvGraphicFramePr>
        <p:xfrm>
          <a:off x="457200" y="4206240"/>
          <a:ext cx="5852160" cy="15621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cpp backend (실습 7)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ndk backend (실습 10 HAL)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네임스페이스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android::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aidl::&lt;pkg&gt;::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라이브러리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libbinder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libbinder_ndk (vendor OK)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상태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binder::Status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ndk::ScopedAStatus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참조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sp&lt;&gt;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std::shared_ptr + SharedRefBase::make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등록 / 획득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addService / interface_cast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AServiceManager_addService / I::fromBinder</a:t>
                      </a:r>
                      <a:endParaRPr sz="9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>
            <a:extLst>
              <a:ext uri="{FF2B5EF4-FFF2-40B4-BE49-F238E27FC236}">
                <a16:creationId xmlns:a16="http://schemas.microsoft.com/office/drawing/2014/main" id="{D49A322D-D6D2-4DBF-87BA-FE45F4A84431}"/>
              </a:ext>
            </a:extLst>
          </p:cNvPr>
          <p:cNvSpPr>
            <a:spLocks noGrp="1"/>
          </p:cNvSpPr>
          <p:nvPr/>
        </p:nvSpPr>
        <p:spPr>
          <a:xfrm>
            <a:off x="6583680" y="173736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1A13F09-362F-4677-8F31-32A7E5072ADB}"/>
              </a:ext>
            </a:extLst>
          </p:cNvPr>
          <p:cNvSpPr>
            <a:spLocks noGrp="1"/>
          </p:cNvSpPr>
          <p:nvPr/>
        </p:nvSpPr>
        <p:spPr>
          <a:xfrm>
            <a:off x="676656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Status → Java 예외 매핑</a:t>
            </a:r>
            <a:endParaRPr sz="13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9DB167D-899B-422D-96E5-E4DF5773F68A}"/>
              </a:ext>
            </a:extLst>
          </p:cNvPr>
          <p:cNvSpPr>
            <a:spLocks noGrp="1"/>
          </p:cNvSpPr>
          <p:nvPr/>
        </p:nvSpPr>
        <p:spPr>
          <a:xfrm>
            <a:off x="6766560" y="2194560"/>
            <a:ext cx="4754880" cy="137160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EX_SECURITY → SecurityException (실습 8·12)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EX_ILLEGAL_ARGUMENT → IllegalArgumentException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EX_ILLEGAL_STATE / EX_NULL_POINTER …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fromServiceSpecificError(n) → ServiceSpecificException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Parcel 의 예외 헤더로 전달 → reply.readException()</a:t>
            </a:r>
            <a:endParaRPr sz="105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9143CBC-7C04-41BA-8092-D609847E2F73}"/>
              </a:ext>
            </a:extLst>
          </p:cNvPr>
          <p:cNvSpPr>
            <a:spLocks noGrp="1"/>
          </p:cNvSpPr>
          <p:nvPr/>
        </p:nvSpPr>
        <p:spPr>
          <a:xfrm>
            <a:off x="6583680" y="5623560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97DD7D8-43CC-450D-8AEF-6DCDFBE6E396}"/>
              </a:ext>
            </a:extLst>
          </p:cNvPr>
          <p:cNvSpPr>
            <a:spLocks noGrp="1"/>
          </p:cNvSpPr>
          <p:nvPr/>
        </p:nvSpPr>
        <p:spPr>
          <a:xfrm>
            <a:off x="6583680" y="5623560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5 · AIDL cpp backend (Status)</a:t>
            </a:r>
            <a:endParaRPr sz="1150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83680" y="3749465"/>
            <a:ext cx="5120640" cy="173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242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735B85-70D0-45AA-B779-1D2EDA7AEBC8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EB11A7-2A53-4F99-9BBD-824E14DFB19C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7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535E1C-FE9B-437D-BC6A-A9DA457E0F46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AIDL cpp backend 로 전환 — Bn/Bp 자동 생성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72A948C-889B-41F5-BCF2-0A57FA0EC49B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CB9D9F1-0740-4BA3-90A1-E10BFFB79F74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16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E9A4FF9-A85F-4371-A600-BB2C335C39B1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B534BEC-A580-42F6-91DD-35874E1B155F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실습 6 의 4파일을 .aidl 2개로 대체, 생성 코드 대조, aidl 직접 실행, Status 예외     ·     소요 40분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0708021-2014-476B-9821-C5B8F9852CFC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29EEEE9-914E-4136-8511-45BD623C8BAF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binder7/IMyDataCallback.aidl · IMyDataService.aidl (add 추가)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server.cpp: BnMyDataService 상속, Status add(a, b, &amp;ret) · EX_ILLEGAL_ARGUMENT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client.cpp: BnMyDataCallback 상속, add(40,2) / add(-1,2) 호출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mm → find out/soong/.intermediates/…/my_interface-cpp-source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Step 5-1: aidl --lang=cpp -I . -o gen -h gen → gen/ 8파일 · --lang=ndk 비교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DA6FC7E-9B15-450F-9C53-9A2D0DC4DEB8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4091656-123E-4A4F-BDF6-1C277B8A670C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B1C15FB-D545-4962-B46E-9D6727E60B30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add(40,2) → 42, add(-1,2) → EX_ILLEGAL_ARGUMENT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생성 코드에서 DO_NOT_DIRECTLY_USE_ME_IMPLEMENT_META_INTERFACE 찾기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gen/ 에 Bn/Bp/I 8개 파일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service list: [IMyDataService]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70CEE41-4032-4818-BFB2-2B62BAED9F66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EEDC3AD-0126-4E0B-877C-CD8D7703732C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5 · AIDL cpp backend 생성</a:t>
            </a:r>
            <a:endParaRPr sz="1150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827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034E1F-229A-4CA3-94B5-B7001230FF62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731D6C-A94E-4552-81C9-459F845EB056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Chapter 3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43873E5-3421-4594-B6F3-F7004767B18F}"/>
              </a:ext>
            </a:extLst>
          </p:cNvPr>
          <p:cNvSpPr>
            <a:spLocks noGrp="1"/>
          </p:cNvSpPr>
          <p:nvPr/>
        </p:nvSpPr>
        <p:spPr>
          <a:xfrm>
            <a:off x="731520" y="2514600"/>
            <a:ext cx="63093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System Service · 보안 · SELinux</a:t>
            </a:r>
            <a:endParaRPr sz="3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E6D7D6-7C5E-4339-94D7-F630668304DD}"/>
              </a:ext>
            </a:extLst>
          </p:cNvPr>
          <p:cNvSpPr>
            <a:spLocks noGrp="1"/>
          </p:cNvSpPr>
          <p:nvPr/>
        </p:nvSpPr>
        <p:spPr>
          <a:xfrm>
            <a:off x="731520" y="3749040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CADCF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30분 · servicemanager 데몬 · getCallingUid · SystemServer 등록 경로 · init.rc · SELinux avc · dumpsys</a:t>
            </a:r>
            <a:endParaRPr sz="150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15835" y="1371600"/>
            <a:ext cx="43878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21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89A06E-5EDB-4C9D-9501-C097D294A731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A49799-81E1-4D43-9978-55A73BB936E7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3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E2E5B53-3A0E-4584-8422-A4DC0EE48E37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호출자 확인 — getCallingUid 는 커널이 보증한다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F8645EA-4F88-4E90-9C73-1E41DE04D01D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9F5E27-FF43-45F4-BBBF-8CA3314490ED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18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09BC7CE-461C-42DE-8F62-539878D7EE6E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5852160" cy="2103120"/>
          </a:xfrm>
          <a:prstGeom prst="roundRect">
            <a:avLst>
              <a:gd name="adj" fmla="val 3478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9EF5160-8A5B-45DB-8433-86055BAF6C82}"/>
              </a:ext>
            </a:extLst>
          </p:cNvPr>
          <p:cNvSpPr>
            <a:spLocks noGrp="1"/>
          </p:cNvSpPr>
          <p:nvPr/>
        </p:nvSpPr>
        <p:spPr>
          <a:xfrm>
            <a:off x="566928" y="1810512"/>
            <a:ext cx="5632704" cy="195681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Status LEDON() override {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uid_t uid = IPCThreadState::self()-&gt;getCallingUid();   // Driver 가 붙인 sender_euid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pid_t pid = IPCThreadState::self()-&gt;getCallingPid();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if (uid != AID_SYSTEM /*1000*/)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    return Status::fromExceptionCode(Status::EX_SECURITY, "Only system UID");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return Status::ok();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/>
          </a:p>
        </p:txBody>
      </p:sp>
      <p:graphicFrame>
        <p:nvGraphicFramePr>
          <p:cNvPr id="24" name="Table 0"/>
          <p:cNvGraphicFramePr/>
          <p:nvPr/>
        </p:nvGraphicFramePr>
        <p:xfrm>
          <a:off x="457200" y="4023360"/>
          <a:ext cx="5852160" cy="11658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실행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uid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결과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/data/led_auth_client (root shell)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0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EX_SECURITY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su 1000 /data/led_auth_client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1000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LED ON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su 10050 …  /  App (실습 12)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10050 / 10152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EX_SECURITY → SecurityException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9">
            <a:extLst>
              <a:ext uri="{FF2B5EF4-FFF2-40B4-BE49-F238E27FC236}">
                <a16:creationId xmlns:a16="http://schemas.microsoft.com/office/drawing/2014/main" id="{CB1F7317-693E-4982-B6C1-5E24BB0E4471}"/>
              </a:ext>
            </a:extLst>
          </p:cNvPr>
          <p:cNvSpPr>
            <a:spLocks noGrp="1"/>
          </p:cNvSpPr>
          <p:nvPr/>
        </p:nvSpPr>
        <p:spPr>
          <a:xfrm>
            <a:off x="6583680" y="3977640"/>
            <a:ext cx="5120640" cy="16459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Driver 가 current-&gt;cred 에서 euid/pid 를 읽어 Transaction 에 부착 — 사용자 공간 위조 불가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Parcel 에 "uid=1000" 이라 써도 서버는 data 가 아니라 Driver 값을 본다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Stub Method(Binder Thread) 안에서만 유효 — main 에서 부르면 자기 uid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Java checkCallingPermission() 도 이 uid 로 PackageManager 조회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App 이 HAL 을 직접 못 부르는 이유 — system_server(1000) 만 허용</a:t>
            </a:r>
            <a:endParaRPr sz="10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9848A0A-DC66-4282-B4DF-581A17AC806D}"/>
              </a:ext>
            </a:extLst>
          </p:cNvPr>
          <p:cNvSpPr>
            <a:spLocks noGrp="1"/>
          </p:cNvSpPr>
          <p:nvPr/>
        </p:nvSpPr>
        <p:spPr>
          <a:xfrm>
            <a:off x="6583680" y="5669280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B30DDF5-3220-4A43-BBCE-4D3FBA823D32}"/>
              </a:ext>
            </a:extLst>
          </p:cNvPr>
          <p:cNvSpPr>
            <a:spLocks noGrp="1"/>
          </p:cNvSpPr>
          <p:nvPr/>
        </p:nvSpPr>
        <p:spPr>
          <a:xfrm>
            <a:off x="6583680" y="5669280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6 · UID 접근 제어</a:t>
            </a:r>
            <a:endParaRPr sz="1150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83680" y="1738125"/>
            <a:ext cx="5120640" cy="210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69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57BD75-6264-4D0D-AC86-10FDECA661AB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CBDBC0-77FC-4E78-8871-BD59E4A9F33A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3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869069-92D7-4A9D-AD84-29990795A7A2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init.rc 로 데몬 등록 · SELinux avc 읽기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7CC367E-4E49-493A-90A9-5F56B12C427E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DCF532-4626-429D-9AB3-7986005F827A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19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2175F68-D51F-4321-8831-9ACC0E402160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3517474-8AC4-44E7-A651-25D3A1801A8E}"/>
              </a:ext>
            </a:extLst>
          </p:cNvPr>
          <p:cNvSpPr>
            <a:spLocks noGrp="1"/>
          </p:cNvSpPr>
          <p:nvPr/>
        </p:nvSpPr>
        <p:spPr>
          <a:xfrm>
            <a:off x="566928" y="1810512"/>
            <a:ext cx="5266944" cy="223113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# /system/etc/init/rc_led_service.rc   (Android.bp: init_rc: ["…rc"])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service rc_led_service /system/bin/rc_led_service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class main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user system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group system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  disabled                 # start rc_led_service 로만 시작</a:t>
            </a:r>
            <a:endParaRPr sz="1100"/>
          </a:p>
          <a:p>
            <a:pPr marL="0" indent="0">
              <a:buNone/>
            </a:pP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$ start rc_led_service    # = setprop ctl.start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$ getprop init.svc.rc_led_service     # running</a:t>
            </a:r>
            <a:endParaRPr sz="11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62FA4D5-F36D-4A21-818A-584D4F88E46C}"/>
              </a:ext>
            </a:extLst>
          </p:cNvPr>
          <p:cNvSpPr>
            <a:spLocks noGrp="1"/>
          </p:cNvSpPr>
          <p:nvPr/>
        </p:nvSpPr>
        <p:spPr>
          <a:xfrm>
            <a:off x="457200" y="429768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E1BB67C-1D79-4531-9749-B73015A19DF6}"/>
              </a:ext>
            </a:extLst>
          </p:cNvPr>
          <p:cNvSpPr>
            <a:spLocks noGrp="1"/>
          </p:cNvSpPr>
          <p:nvPr/>
        </p:nvSpPr>
        <p:spPr>
          <a:xfrm>
            <a:off x="566928" y="4370832"/>
            <a:ext cx="5266944" cy="104241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avc: denied { add } for pid=6301 comm="rc_led_service"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scontext=u:r:init:s0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tcontext=u:object_r:default_android_service:s0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tclass=service_manager permissive=1</a:t>
            </a:r>
            <a:endParaRPr sz="950"/>
          </a:p>
        </p:txBody>
      </p:sp>
      <p:graphicFrame>
        <p:nvGraphicFramePr>
          <p:cNvPr id="28" name="Table 0"/>
          <p:cNvGraphicFramePr/>
          <p:nvPr/>
        </p:nvGraphicFramePr>
        <p:xfrm>
          <a:off x="6217920" y="1737360"/>
          <a:ext cx="5486400" cy="12192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필드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의미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{ add } / { call }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거부된 권한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scontext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주체 도메인 — 전용 .te 없으면 init 도메인 그대로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tcontext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객체 라벨 (service_contexts 로 결정)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permissive=1 / 0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기록만 / 차단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1">
            <a:extLst>
              <a:ext uri="{FF2B5EF4-FFF2-40B4-BE49-F238E27FC236}">
                <a16:creationId xmlns:a16="http://schemas.microsoft.com/office/drawing/2014/main" id="{A86F5B80-D89B-4B93-A6F7-1E463698C218}"/>
              </a:ext>
            </a:extLst>
          </p:cNvPr>
          <p:cNvSpPr>
            <a:spLocks noGrp="1"/>
          </p:cNvSpPr>
          <p:nvPr/>
        </p:nvSpPr>
        <p:spPr>
          <a:xfrm>
            <a:off x="6217920" y="4937760"/>
            <a:ext cx="5486400" cy="82296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필요한 세트: .te (domain + init_daemon_domain + binder_use + add_service) · service_contexts · file_contexts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setenforce 1 → addService = -1 · setenforce 0 복귀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audit2allow 로 거부 로그 → 규칙 초안</a:t>
            </a:r>
            <a:endParaRPr sz="100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4F5D4FB9-8EBD-4BDB-9213-18A44675AAEE}"/>
              </a:ext>
            </a:extLst>
          </p:cNvPr>
          <p:cNvSpPr>
            <a:spLocks noGrp="1"/>
          </p:cNvSpPr>
          <p:nvPr/>
        </p:nvSpPr>
        <p:spPr>
          <a:xfrm>
            <a:off x="457200" y="5623560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DDA8F2D-7468-4B18-8C0A-5C586C11100A}"/>
              </a:ext>
            </a:extLst>
          </p:cNvPr>
          <p:cNvSpPr>
            <a:spLocks noGrp="1"/>
          </p:cNvSpPr>
          <p:nvPr/>
        </p:nvSpPr>
        <p:spPr>
          <a:xfrm>
            <a:off x="457200" y="562356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7 · init.rc 와 SELinux</a:t>
            </a:r>
            <a:endParaRPr sz="1150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17920" y="3566477"/>
            <a:ext cx="5486400" cy="127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667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5D7AD3-8215-4D8F-BB00-6FC196F106EB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286E24-FE3D-4D0B-B11E-711A452471E4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3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6C85B56-4628-4463-BC3E-43AF0C37D035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Java System Service 도 같은 servicemanager 에 도착한다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4ECCB3D-E2BE-432C-90FD-78314AA92803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72155E2-A5E3-4A93-92AC-8ECE9C8EFD02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20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014F918-04D4-44F3-8D2D-8A19DD61CF25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9416392-EE44-464E-9FAB-A8AF9551BAD5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20574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SystemServer.run()</a:t>
            </a:r>
            <a:endParaRPr sz="1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ED775A7-028D-498E-8A0D-30563E8655C6}"/>
              </a:ext>
            </a:extLst>
          </p:cNvPr>
          <p:cNvSpPr>
            <a:spLocks noGrp="1"/>
          </p:cNvSpPr>
          <p:nvPr/>
        </p:nvSpPr>
        <p:spPr>
          <a:xfrm>
            <a:off x="457200" y="2377440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startBootstrap → Core → OtherServices</a:t>
            </a:r>
            <a:endParaRPr sz="9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B6F0320-919B-470E-A7F2-7A347BF08721}"/>
              </a:ext>
            </a:extLst>
          </p:cNvPr>
          <p:cNvSpPr>
            <a:spLocks noGrp="1"/>
          </p:cNvSpPr>
          <p:nvPr/>
        </p:nvSpPr>
        <p:spPr>
          <a:xfrm>
            <a:off x="2532888" y="1920240"/>
            <a:ext cx="20116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8FD0046-8973-4CFB-9D5E-2953E181985C}"/>
              </a:ext>
            </a:extLst>
          </p:cNvPr>
          <p:cNvSpPr>
            <a:spLocks noGrp="1"/>
          </p:cNvSpPr>
          <p:nvPr/>
        </p:nvSpPr>
        <p:spPr>
          <a:xfrm>
            <a:off x="2743200" y="17830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BDF32BA-F998-4F3B-AB31-F245F22FA4D3}"/>
              </a:ext>
            </a:extLst>
          </p:cNvPr>
          <p:cNvSpPr>
            <a:spLocks noGrp="1"/>
          </p:cNvSpPr>
          <p:nvPr/>
        </p:nvSpPr>
        <p:spPr>
          <a:xfrm>
            <a:off x="2743200" y="1783080"/>
            <a:ext cx="20574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publishBinderService("battery", …)</a:t>
            </a:r>
            <a:endParaRPr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858446C-B2B1-454D-A391-6AAEC2787599}"/>
              </a:ext>
            </a:extLst>
          </p:cNvPr>
          <p:cNvSpPr>
            <a:spLocks noGrp="1"/>
          </p:cNvSpPr>
          <p:nvPr/>
        </p:nvSpPr>
        <p:spPr>
          <a:xfrm>
            <a:off x="2743200" y="2377440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SystemService 헬퍼</a:t>
            </a:r>
            <a:endParaRPr sz="9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FA8321A-2521-47AF-A3BF-5B4BBD7BE6EF}"/>
              </a:ext>
            </a:extLst>
          </p:cNvPr>
          <p:cNvSpPr>
            <a:spLocks noGrp="1"/>
          </p:cNvSpPr>
          <p:nvPr/>
        </p:nvSpPr>
        <p:spPr>
          <a:xfrm>
            <a:off x="4818888" y="1920240"/>
            <a:ext cx="20116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643A391-22CF-4C24-A60F-73BEB36FF9D1}"/>
              </a:ext>
            </a:extLst>
          </p:cNvPr>
          <p:cNvSpPr>
            <a:spLocks noGrp="1"/>
          </p:cNvSpPr>
          <p:nvPr/>
        </p:nvSpPr>
        <p:spPr>
          <a:xfrm>
            <a:off x="5029200" y="17830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8CE0910-EC9C-4FE9-9F99-7C4C115AEADD}"/>
              </a:ext>
            </a:extLst>
          </p:cNvPr>
          <p:cNvSpPr>
            <a:spLocks noGrp="1"/>
          </p:cNvSpPr>
          <p:nvPr/>
        </p:nvSpPr>
        <p:spPr>
          <a:xfrm>
            <a:off x="5029200" y="1783080"/>
            <a:ext cx="20574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ServiceManager.addService()</a:t>
            </a:r>
            <a:endParaRPr sz="1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6D95A73-FFA9-4DD7-B9C6-5E2561981666}"/>
              </a:ext>
            </a:extLst>
          </p:cNvPr>
          <p:cNvSpPr>
            <a:spLocks noGrp="1"/>
          </p:cNvSpPr>
          <p:nvPr/>
        </p:nvSpPr>
        <p:spPr>
          <a:xfrm>
            <a:off x="5029200" y="2377440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Java (frameworks/base)</a:t>
            </a:r>
            <a:endParaRPr sz="9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99251AF-BE7F-43C2-941E-44D5DD55FEED}"/>
              </a:ext>
            </a:extLst>
          </p:cNvPr>
          <p:cNvSpPr>
            <a:spLocks noGrp="1"/>
          </p:cNvSpPr>
          <p:nvPr/>
        </p:nvSpPr>
        <p:spPr>
          <a:xfrm>
            <a:off x="7104888" y="1920240"/>
            <a:ext cx="20116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C246C8A-DADB-4C02-9C54-55215AD43502}"/>
              </a:ext>
            </a:extLst>
          </p:cNvPr>
          <p:cNvSpPr>
            <a:spLocks noGrp="1"/>
          </p:cNvSpPr>
          <p:nvPr/>
        </p:nvSpPr>
        <p:spPr>
          <a:xfrm>
            <a:off x="7315200" y="17830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B121D8F-A631-461B-A758-AD4914F68FCB}"/>
              </a:ext>
            </a:extLst>
          </p:cNvPr>
          <p:cNvSpPr>
            <a:spLocks noGrp="1"/>
          </p:cNvSpPr>
          <p:nvPr/>
        </p:nvSpPr>
        <p:spPr>
          <a:xfrm>
            <a:off x="7315200" y="1783080"/>
            <a:ext cx="20574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IServiceManager Proxy → handle 0</a:t>
            </a:r>
            <a:endParaRPr sz="10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9379B2B-1AFF-4CE2-944A-81E52BCDC81F}"/>
              </a:ext>
            </a:extLst>
          </p:cNvPr>
          <p:cNvSpPr>
            <a:spLocks noGrp="1"/>
          </p:cNvSpPr>
          <p:nvPr/>
        </p:nvSpPr>
        <p:spPr>
          <a:xfrm>
            <a:off x="7315200" y="2377440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ServiceManagerNative</a:t>
            </a:r>
            <a:endParaRPr sz="9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DCC8947-DC73-4AA3-854B-3D8CCD03A61C}"/>
              </a:ext>
            </a:extLst>
          </p:cNvPr>
          <p:cNvSpPr>
            <a:spLocks noGrp="1"/>
          </p:cNvSpPr>
          <p:nvPr/>
        </p:nvSpPr>
        <p:spPr>
          <a:xfrm>
            <a:off x="9390888" y="1920240"/>
            <a:ext cx="201168" cy="274320"/>
          </a:xfrm>
          <a:prstGeom prst="rightArrow">
            <a:avLst/>
          </a:prstGeom>
          <a:solidFill>
            <a:srgbClr val="B7C0C9"/>
          </a:solidFill>
          <a:ln w="12700">
            <a:solidFill>
              <a:srgbClr val="B7C0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66ED261-5A28-43FC-A7F1-A3C73E591502}"/>
              </a:ext>
            </a:extLst>
          </p:cNvPr>
          <p:cNvSpPr>
            <a:spLocks noGrp="1"/>
          </p:cNvSpPr>
          <p:nvPr/>
        </p:nvSpPr>
        <p:spPr>
          <a:xfrm>
            <a:off x="9601200" y="17830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82E058A-DA92-4232-8E75-59B03B39DE9F}"/>
              </a:ext>
            </a:extLst>
          </p:cNvPr>
          <p:cNvSpPr>
            <a:spLocks noGrp="1"/>
          </p:cNvSpPr>
          <p:nvPr/>
        </p:nvSpPr>
        <p:spPr>
          <a:xfrm>
            <a:off x="9601200" y="1783080"/>
            <a:ext cx="2057400" cy="54864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servicemanager 데몬</a:t>
            </a:r>
            <a:endParaRPr sz="10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18DDF79-2E40-4087-BD41-9934B25769F8}"/>
              </a:ext>
            </a:extLst>
          </p:cNvPr>
          <p:cNvSpPr>
            <a:spLocks noGrp="1"/>
          </p:cNvSpPr>
          <p:nvPr/>
        </p:nvSpPr>
        <p:spPr>
          <a:xfrm>
            <a:off x="9601200" y="2377440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>
                <a:solidFill>
                  <a:srgbClr val="5B687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ServiceManager::addService · mAccess-&gt;canAdd</a:t>
            </a:r>
            <a:endParaRPr sz="95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296906B-DA6E-43EC-9787-B33DC2CA636B}"/>
              </a:ext>
            </a:extLst>
          </p:cNvPr>
          <p:cNvSpPr>
            <a:spLocks noGrp="1"/>
          </p:cNvSpPr>
          <p:nvPr/>
        </p:nvSpPr>
        <p:spPr>
          <a:xfrm>
            <a:off x="457200" y="3108960"/>
            <a:ext cx="6949440" cy="1554480"/>
          </a:xfrm>
          <a:prstGeom prst="roundRect">
            <a:avLst>
              <a:gd name="adj" fmla="val 4706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1B8BCD9-B1BB-4E70-8286-BBD80DDF7157}"/>
              </a:ext>
            </a:extLst>
          </p:cNvPr>
          <p:cNvSpPr>
            <a:spLocks noGrp="1"/>
          </p:cNvSpPr>
          <p:nvPr/>
        </p:nvSpPr>
        <p:spPr>
          <a:xfrm>
            <a:off x="566928" y="3182112"/>
            <a:ext cx="6729984" cy="140817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$ service list | grep -E "activity|car_service|led\.auth|vendor\.example"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activity: [android.app.IActivityManager]              ← Java, system_server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car_service: [android.car.ICar]                       ← Java, com.android.car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led.auth: [ILedAuthService]                           ← C++ (실습 8)</a:t>
            </a:r>
            <a:endParaRPr sz="950"/>
          </a:p>
          <a:p>
            <a:pPr marL="0" indent="0">
              <a:buNone/>
            </a:pPr>
            <a:r>
              <a:rPr sz="95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  vendor.example.led.ILed/default: [vendor.example.led.ILed]   ← vendor HAL (실습 10)</a:t>
            </a:r>
            <a:endParaRPr sz="95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A92B3E8-038D-427E-BA33-9121D649CE5F}"/>
              </a:ext>
            </a:extLst>
          </p:cNvPr>
          <p:cNvSpPr>
            <a:spLocks noGrp="1"/>
          </p:cNvSpPr>
          <p:nvPr/>
        </p:nvSpPr>
        <p:spPr>
          <a:xfrm>
            <a:off x="457200" y="4846320"/>
            <a:ext cx="6949440" cy="11887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Binder(Java) ↔ BBinder(C++) ↔ AIBinder(NDK) — 같은 Driver 객체의 세 언어 표면</a:t>
            </a:r>
            <a:endParaRPr sz="11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dumpsys &lt;svc&gt; = IBinder.dump() = DUMP_TRANSACTION → C++ 에서 dump() 오버라이드하면 dumpsys 동작</a:t>
            </a:r>
            <a:endParaRPr sz="11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1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servicemanager 의 canAdd/canFind 가 SELinux 검사 지점 (실습 9 의 { add })</a:t>
            </a:r>
            <a:endParaRPr sz="1100"/>
          </a:p>
        </p:txBody>
      </p:sp>
      <p:pic>
        <p:nvPicPr>
          <p:cNvPr id="57" name="그림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82546" y="3108960"/>
            <a:ext cx="4020187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1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4FB28B5-6252-4DC9-A9DF-588AE2710D39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CC254E-A788-4F50-95A1-35C74105C00F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8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2F26726-B862-41B6-9013-A57AAD6F6B27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UID 기반 접근 제어 — getCallingUid · EX_SECURITY · su 1000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3BB441-7537-45F1-BA51-510DAF5B5A55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9668F1-EF65-491C-B769-70677EB1466E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21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A46551E-6398-4274-A394-D0632D8235DD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B91F3B2-08E0-4D4C-A3FD-ED60104267F5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AIDL cpp 서비스에 system UID 만 허용하는 검사를 넣고 세 UID 로 실행 비교     ·     소요 30분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8BAB7BA-85BA-451C-A0CD-E83682D3A5F8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1C1BF3E-E670-48BE-AE2D-BABCE0E7F7B2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auth/ILedAuthService.aidl (void LEDON())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LedAuthService.cpp: getCallingUid != 1000 → Status::fromExceptionCode(EX_SECURITY)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LedAuthClient.cpp: interface_cast → LEDON() → st.isOk / exceptionCode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mm → push → 터미널 ① 서버 실행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터미널 ②: /data/led_auth_client · su 1000 /data/led_auth_client · su 10050 …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767C2EE-55CF-4987-AD3C-DD1FB8928833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6B0680D-CD2C-40E0-A861-3E36010751F9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5573A0F-12CF-4251-ACF9-B53EAEEF65F6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uid 0 → EX_SECURITY, uid 1000 → succeeded, 10050 → EX_SECURITY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서버 로그 uid/pid 가 Client 실제 값과 일치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Step 6: Parcel 로 uid 위조 불가 이해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6ABD314-02B7-404D-B962-CC8FBCA61890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7912AD5-12DB-4AAC-8308-E270543BD335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6 · UID 접근 제어</a:t>
            </a:r>
            <a:endParaRPr sz="1150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284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A68B83-BB08-4701-9D47-9F27EC9EE556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114E5E-7DAE-4038-800C-47E0F6757D09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9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905074-9E50-4E88-85D7-50FBDE32FD0A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init.rc 로 Service 자동 시작 + SELinux 기초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1669708-CB81-449A-99C6-344425AFC84A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215FA73-4DC3-4847-AF6B-F1BF21CAE348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22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30D9933-9146-40F0-9E59-DA08C157B561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ACDA4C6-3236-4F87-9A7B-10BCF3D34B33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손으로 띄우던 데몬을 init 이 띄우게 하고, avc: denied 를 읽고, enforcing 에서 차단을 본다     ·     소요 40분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42B9E10-A429-4053-A122-33DE3A69C522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0456089-D154-483F-8347-BF4B4F92C371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rc_service/rc_led_service.cpp (ALOGI 로 로그) · rc_led_service.rc (user system, disabled)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mm → adb remount → push /system/bin, /system/etc/init → chcon → adb reboot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start rc_led_service → getprop init.svc.* → ps (PPID 1, uid system) → logcat -s rc_led_service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service list | grep rc.led · service call rc.led 1 · stop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Step 5: logcat | grep avc → scontext=u:r:init:s0 읽기 → setenforce 1 → addService=-1 → setenforce 0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99AE024-523E-47A1-8732-B7A271CF84D7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E6329A9-EC01-44E1-A605-1F905AB25333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E3CF93E-52A7-4DFA-9BAE-A7B3C3CC2012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start 후 running, PPID 1, uid system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logcat 에 addService = 0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avc: denied 의 scontext / tcontext / tclass 해석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enforcing 에서 -1, permissive 복귀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3FC6460-EA80-4536-A2B8-5C97A6EC2F33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3239ADC-B2F5-4ABD-8970-BDD4E9D5B147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7 · init.rc 와 SELinux</a:t>
            </a:r>
            <a:endParaRPr sz="1150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030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F903CDE-0DF9-4B74-A730-B0F3F93A6752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5FE69B1-7F08-4B81-82F7-05CE2496C0D3}"/>
              </a:ext>
            </a:extLst>
          </p:cNvPr>
          <p:cNvSpPr>
            <a:spLocks noGrp="1"/>
          </p:cNvSpPr>
          <p:nvPr/>
        </p:nvSpPr>
        <p:spPr>
          <a:xfrm>
            <a:off x="731520" y="210312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Chapter 4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AAEF35-DF52-4BFC-A855-70FEC4CD24C9}"/>
              </a:ext>
            </a:extLst>
          </p:cNvPr>
          <p:cNvSpPr>
            <a:spLocks noGrp="1"/>
          </p:cNvSpPr>
          <p:nvPr/>
        </p:nvSpPr>
        <p:spPr>
          <a:xfrm>
            <a:off x="731520" y="2514600"/>
            <a:ext cx="6309360" cy="11887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HAL — AIDL HAL · VINTF</a:t>
            </a:r>
            <a:endParaRPr sz="32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1A7D6D0-32E9-4E65-AE48-32B2AC582775}"/>
              </a:ext>
            </a:extLst>
          </p:cNvPr>
          <p:cNvSpPr>
            <a:spLocks noGrp="1"/>
          </p:cNvSpPr>
          <p:nvPr/>
        </p:nvSpPr>
        <p:spPr>
          <a:xfrm>
            <a:off x="731520" y="3749040"/>
            <a:ext cx="630936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500">
                <a:solidFill>
                  <a:srgbClr val="CADCF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30분 · Legacy → HIDL → AIDL HAL · system/vendor 경계 · 인스턴스 이름 규칙 · manifest ↔ compatibility matrix</a:t>
            </a:r>
            <a:endParaRPr sz="150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15835" y="1371600"/>
            <a:ext cx="43878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630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477527-524C-4F6F-9A06-0E1809FDE1D9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9DF9DF-1E99-49F2-B66C-31FC7BC8DE41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Ch 4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4FDE180-21DC-4345-8E7D-0CE0B70394E5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AIDL HAL — system / vendor 경계와 4가지 규칙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BE9615F-33F1-4F80-B9F5-885EE624BDB3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2094A63-754B-4514-93EA-BFF5A7AAC7A9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24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C05E9EF-71AB-482E-923C-95F66615FA1B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06B3409-23F0-4709-833B-FDAD1E856DC0}"/>
              </a:ext>
            </a:extLst>
          </p:cNvPr>
          <p:cNvSpPr>
            <a:spLocks noGrp="1"/>
          </p:cNvSpPr>
          <p:nvPr/>
        </p:nvSpPr>
        <p:spPr>
          <a:xfrm>
            <a:off x="457200" y="1783080"/>
            <a:ext cx="5120640" cy="50292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system 파티션 — Framework · system_server · libbinder</a:t>
            </a:r>
            <a:endParaRPr sz="12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70CECF7-E9F8-41F9-B934-2B39224BF47D}"/>
              </a:ext>
            </a:extLst>
          </p:cNvPr>
          <p:cNvSpPr>
            <a:spLocks noGrp="1"/>
          </p:cNvSpPr>
          <p:nvPr/>
        </p:nvSpPr>
        <p:spPr>
          <a:xfrm>
            <a:off x="457200" y="233172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E0F4F2"/>
          </a:solidFill>
          <a:ln w="12700">
            <a:solidFill>
              <a:srgbClr val="E0F4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D6B6ADF-B243-4178-BA81-3B1F665E159D}"/>
              </a:ext>
            </a:extLst>
          </p:cNvPr>
          <p:cNvSpPr>
            <a:spLocks noGrp="1"/>
          </p:cNvSpPr>
          <p:nvPr/>
        </p:nvSpPr>
        <p:spPr>
          <a:xfrm>
            <a:off x="457200" y="2331720"/>
            <a:ext cx="2468880" cy="82296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LightsService (Java, uid 1000)</a:t>
            </a:r>
            <a:endParaRPr sz="1050"/>
          </a:p>
          <a:p>
            <a:pPr marL="0" indent="0" algn="ctr">
              <a:buNone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/ led_hal_client (실습 10)</a:t>
            </a:r>
            <a:endParaRPr sz="10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7AE8CB8-8FA4-4F70-A11C-ABCC3F06A07C}"/>
              </a:ext>
            </a:extLst>
          </p:cNvPr>
          <p:cNvSpPr>
            <a:spLocks noGrp="1"/>
          </p:cNvSpPr>
          <p:nvPr/>
        </p:nvSpPr>
        <p:spPr>
          <a:xfrm>
            <a:off x="3108960" y="233172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7739EC8-2C12-4212-A798-A3F82A66FE11}"/>
              </a:ext>
            </a:extLst>
          </p:cNvPr>
          <p:cNvSpPr>
            <a:spLocks noGrp="1"/>
          </p:cNvSpPr>
          <p:nvPr/>
        </p:nvSpPr>
        <p:spPr>
          <a:xfrm>
            <a:off x="3108960" y="2331720"/>
            <a:ext cx="2468880" cy="82296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compatibility_matrix.xml</a:t>
            </a:r>
            <a:endParaRPr sz="1050"/>
          </a:p>
          <a:p>
            <a:pPr marL="0" indent="0" algn="ctr">
              <a:buNone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"ILights v2 이상 필요"</a:t>
            </a:r>
            <a:endParaRPr sz="10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2166A8E-BC83-4392-B5A5-C28A640E72CF}"/>
              </a:ext>
            </a:extLst>
          </p:cNvPr>
          <p:cNvSpPr>
            <a:spLocks noGrp="1"/>
          </p:cNvSpPr>
          <p:nvPr/>
        </p:nvSpPr>
        <p:spPr>
          <a:xfrm>
            <a:off x="457200" y="32918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94882C9-9BDD-4214-B9EA-612068E2C6DA}"/>
              </a:ext>
            </a:extLst>
          </p:cNvPr>
          <p:cNvSpPr>
            <a:spLocks noGrp="1"/>
          </p:cNvSpPr>
          <p:nvPr/>
        </p:nvSpPr>
        <p:spPr>
          <a:xfrm>
            <a:off x="457200" y="3291840"/>
            <a:ext cx="5120640" cy="36576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1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/dev/binder — 같은 Driver (HIDL 시절 /dev/hwbinder)</a:t>
            </a:r>
            <a:endParaRPr sz="11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7A58A35-76F1-431C-BACD-D6E7B43CA2D1}"/>
              </a:ext>
            </a:extLst>
          </p:cNvPr>
          <p:cNvSpPr>
            <a:spLocks noGrp="1"/>
          </p:cNvSpPr>
          <p:nvPr/>
        </p:nvSpPr>
        <p:spPr>
          <a:xfrm>
            <a:off x="457200" y="379476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F707705-E922-4A30-B2A0-92253DA2F400}"/>
              </a:ext>
            </a:extLst>
          </p:cNvPr>
          <p:cNvSpPr>
            <a:spLocks noGrp="1"/>
          </p:cNvSpPr>
          <p:nvPr/>
        </p:nvSpPr>
        <p:spPr>
          <a:xfrm>
            <a:off x="457200" y="3794760"/>
            <a:ext cx="5120640" cy="50292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vendor 파티션 — SoC / 제조사 · libbinder_ndk 만</a:t>
            </a:r>
            <a:endParaRPr sz="12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90A9D93-4DA3-4762-AAE5-0F5559B7029C}"/>
              </a:ext>
            </a:extLst>
          </p:cNvPr>
          <p:cNvSpPr>
            <a:spLocks noGrp="1"/>
          </p:cNvSpPr>
          <p:nvPr/>
        </p:nvSpPr>
        <p:spPr>
          <a:xfrm>
            <a:off x="457200" y="43434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737381A-7C0E-48D3-91F9-5F6567DCC26C}"/>
              </a:ext>
            </a:extLst>
          </p:cNvPr>
          <p:cNvSpPr>
            <a:spLocks noGrp="1"/>
          </p:cNvSpPr>
          <p:nvPr/>
        </p:nvSpPr>
        <p:spPr>
          <a:xfrm>
            <a:off x="457200" y="4343400"/>
            <a:ext cx="2468880" cy="82296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vendor.example.led-service</a:t>
            </a:r>
            <a:endParaRPr sz="1050"/>
          </a:p>
          <a:p>
            <a:pPr marL="0" indent="0" algn="ctr">
              <a:buNone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vendor: true · aidl::…::BnLed</a:t>
            </a:r>
            <a:endParaRPr sz="105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F6B26CC-F190-4142-A48A-4BCC6E8C0FA4}"/>
              </a:ext>
            </a:extLst>
          </p:cNvPr>
          <p:cNvSpPr>
            <a:spLocks noGrp="1"/>
          </p:cNvSpPr>
          <p:nvPr/>
        </p:nvSpPr>
        <p:spPr>
          <a:xfrm>
            <a:off x="3108960" y="434340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39EA0B7-A404-4FAE-A5D9-A2C5D7E0A436}"/>
              </a:ext>
            </a:extLst>
          </p:cNvPr>
          <p:cNvSpPr>
            <a:spLocks noGrp="1"/>
          </p:cNvSpPr>
          <p:nvPr/>
        </p:nvSpPr>
        <p:spPr>
          <a:xfrm>
            <a:off x="3108960" y="4343400"/>
            <a:ext cx="2468880" cy="822960"/>
          </a:xfrm>
          <a:prstGeom prst="rect">
            <a:avLst/>
          </a:prstGeom>
          <a:noFill/>
        </p:spPr>
        <p:txBody>
          <a:bodyPr wrap="square" lIns="50800" tIns="50800" rIns="50800" bIns="50800" anchor="ctr"/>
          <a:lstStyle/>
          <a:p>
            <a:pPr marL="0" indent="0" algn="ctr">
              <a:buNone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/vendor/etc/vintf/manifest.xml</a:t>
            </a:r>
            <a:endParaRPr sz="1050"/>
          </a:p>
          <a:p>
            <a:pPr marL="0" indent="0" algn="ctr">
              <a:buNone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"ILights v2 제공"</a:t>
            </a:r>
            <a:endParaRPr sz="1050"/>
          </a:p>
        </p:txBody>
      </p:sp>
      <p:graphicFrame>
        <p:nvGraphicFramePr>
          <p:cNvPr id="48" name="Table 0"/>
          <p:cNvGraphicFramePr/>
          <p:nvPr/>
        </p:nvGraphicFramePr>
        <p:xfrm>
          <a:off x="5852160" y="1783080"/>
          <a:ext cx="5852160" cy="12192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규칙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내용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① 이름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&lt;pkg&gt;.&lt;Interface&gt;/&lt;instance&gt; — android.hardware.light.ILights/default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② 라이브러리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vendor 는 libbinder_ndk 만 → NDK backend (aidl::, ScopedAStatus)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③ 모듈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vendor: true → /vendor/bin · vendor_available 로 인터페이스 공유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④ 호출자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App 은 직접 못 부름 — system_server(uid 1000) 가 대신</a:t>
                      </a:r>
                      <a:endParaRPr sz="100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21">
            <a:extLst>
              <a:ext uri="{FF2B5EF4-FFF2-40B4-BE49-F238E27FC236}">
                <a16:creationId xmlns:a16="http://schemas.microsoft.com/office/drawing/2014/main" id="{EC7EA35D-C451-42F0-BBB5-CFAD8DE47802}"/>
              </a:ext>
            </a:extLst>
          </p:cNvPr>
          <p:cNvSpPr>
            <a:spLocks noGrp="1"/>
          </p:cNvSpPr>
          <p:nvPr/>
        </p:nvSpPr>
        <p:spPr>
          <a:xfrm>
            <a:off x="5852160" y="5212080"/>
            <a:ext cx="5852160" cy="91440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VINTF: manifest(제공) ↔ compat matrix(요구) 부팅 시 대조 → 불일치면 부팅 실패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stability: "vintf" 면 manifest 없이 addService 거부 · 실습은 unstable: true 로 우회</a:t>
            </a:r>
            <a:endParaRPr sz="10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HAL 세대: Legacy .so → HIDL(hwbinder) → AIDL HAL (Android 11~, 16 기본)</a:t>
            </a:r>
            <a:endParaRPr sz="100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E54FA4F0-B1FB-41BB-94C2-8E8A0B7D6499}"/>
              </a:ext>
            </a:extLst>
          </p:cNvPr>
          <p:cNvSpPr>
            <a:spLocks noGrp="1"/>
          </p:cNvSpPr>
          <p:nvPr/>
        </p:nvSpPr>
        <p:spPr>
          <a:xfrm>
            <a:off x="457200" y="5349240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BA71219B-A438-4B8D-9232-A0D2AF8ABE02}"/>
              </a:ext>
            </a:extLst>
          </p:cNvPr>
          <p:cNvSpPr>
            <a:spLocks noGrp="1"/>
          </p:cNvSpPr>
          <p:nvPr/>
        </p:nvSpPr>
        <p:spPr>
          <a:xfrm>
            <a:off x="457200" y="5349240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8 · AIDL HAL 과 VINTF</a:t>
            </a:r>
            <a:endParaRPr sz="1150"/>
          </a:p>
        </p:txBody>
      </p:sp>
      <p:pic>
        <p:nvPicPr>
          <p:cNvPr id="52" name="그림 5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855277" y="3840480"/>
            <a:ext cx="5845925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020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DBEED5-40E5-4FAB-AE5E-AEC552AC372D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70F5DD-961D-4230-97DD-93B2ED41A0D1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10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6AE883-22D4-400D-ADEC-23FCDF58CE5F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AIDL HAL 구조 따라 만들기 — NDK backend · vendor · VINTF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74AEFF6-326F-433E-B3D3-A5E90F05ADF0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20DB50E-F544-4D40-85C5-5FABB427A2E8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25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BC9B9F3-4D9A-4AC0-9C90-B4986180BC27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00A367C-4A8B-411F-83F5-8D94443BDA49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실제 HAL 과 같은 형태(패키지명, ndk, vendor: true)로 최소 LED HAL 을 만들고 VINTF manifest 를 읽는다     ·     소요 45분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0C4EA15-D61F-4221-BE7C-473A7CF7AD83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35FDAC1-F56D-48CD-A632-D9ECD0918660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led_hal/vendor/example/led/ILed.aidl (package vendor.example.led)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LedHal.cpp: aidl::vendor::example::led::BnLed · ScopedAStatus · AServiceManager_addService("…ILed/default")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LedHalClient.cpp: AServiceManager_checkService → ILed::fromBinder → setOn/isOn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mm → $OUT/vendor/bin (vendor: true) → push → 실행 on/off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Step 7: /vendor/etc/vintf/manifest.xml 에서 android.hardware.light 항목 읽기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D03978C-AFF4-4BAC-8538-D0E78EF24189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AABAB11-2C01-43C2-B258-1A190D57CC8F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12AFA5F-98A8-486F-85AE-0D71A927B3A8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service list: vendor.example.led.ILed/default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$OUT/vendor/bin 에 서비스, system/bin 에 client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on/off 동작 + logcat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manifest 의 &lt;hal format="aidl"&gt; 항목 해석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985460A-D551-4B96-A233-14AAC1834CB7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FE00719-8A55-4930-B18C-B2426E988D4D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8 · AIDL HAL 과 VINTF</a:t>
            </a:r>
            <a:endParaRPr sz="1150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4419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5DB7C5-6A99-4E1F-975B-28FF989CE3DE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C8A9E0-DBBD-4261-A5DF-5DB92678EABF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11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7EE0AF-B1FC-4969-BAFE-62A76FFA1E60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Java System Service 들여다보기 — SystemServer · ServiceManager · dumpsys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7D5886-A336-4190-BA9F-9080E8E96E0A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69A5ECB-1E00-44ED-9A07-D1BC02B82E93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26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ACEB53A-EC0D-40B2-AC5E-A1A68456CB6E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229689A-1081-47FE-AE5C-8E371AA62BD5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system_server 의 Java Service 등록 경로를 소스에서 따라가고 오늘 만든 C++ 서비스와 같은 테이블에 있음을 확인     ·     소요 30분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7219207-1875-4809-A339-EF4C462B1377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E980B1A-BAC5-40C0-AF96-DBA077C46E69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grep startBootstrapServices / startCoreServices / startOtherServices — SystemServer.java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ServiceManager.addService → ServiceManagerNative → handle 0 → servicemanager 데몬 (:tag ServiceManager::addService)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Emulator: service list 에서 Java · C++ · vendor HAL 나란히 확인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dumpsys -l · dumpsys activity services · (선택) LedAuthService 에 dump() 추가 → dumpsys led.auth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BatteryService 의 publishBinderService · BinderService extends Binder 따라가기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CEE2C59-DD0A-4322-8F26-6F646B5374A5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4815015-8E1D-4AAA-9432-C545F8BBE251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38141BA-4003-4C39-B944-C2D32F9E119B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3단계 함수와 addService 호출 위치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Java·C++·HAL 이 한 service list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dumpsys led.auth 출력 (선택)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mAccess-&gt;canAdd 가 SELinux 검사 지점</a:t>
            </a:r>
            <a:endParaRPr sz="1050"/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729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99C333-9086-4A1C-98F5-3A27F6F3138E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3E4B828-12C5-4B7A-BAA7-1061679451D3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12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0081F9-CC9D-4EC4-AC59-775F968833AA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App 에서 Native Service 호출 — transact 직접 · SecurityException (선택 / 과제)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6AF08CA-347F-4673-B0C9-A72F6F71D9AE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80019CC-DAC3-4CEA-9D6C-B7F390D98EE4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27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55296B8-D8A7-45A2-AC83-4F7366C58CBE}"/>
              </a:ext>
            </a:extLst>
          </p:cNvPr>
          <p:cNvSpPr>
            <a:spLocks noGrp="1"/>
          </p:cNvSpPr>
          <p:nvPr/>
        </p:nvSpPr>
        <p:spPr>
          <a:xfrm>
            <a:off x="457200" y="169164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E3F3EA"/>
          </a:solidFill>
          <a:ln w="12700">
            <a:solidFill>
              <a:srgbClr val="E3F3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9A4CD4-38C1-410A-9253-DA00030C650A}"/>
              </a:ext>
            </a:extLst>
          </p:cNvPr>
          <p:cNvSpPr>
            <a:spLocks noGrp="1"/>
          </p:cNvSpPr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>
                <a:solidFill>
                  <a:srgbClr val="1F7A4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목표  AIDL Java backend 없이 IBinder.transact 로 C++ 서비스를 부르고 App UID 로 거부되는 것을 본다     ·     소요 30분</a:t>
            </a:r>
            <a:endParaRPr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E23A1C3-29DA-446E-9E7F-89729C65487A}"/>
              </a:ext>
            </a:extLst>
          </p:cNvPr>
          <p:cNvSpPr>
            <a:spLocks noGrp="1"/>
          </p:cNvSpPr>
          <p:nvPr/>
        </p:nvSpPr>
        <p:spPr>
          <a:xfrm>
            <a:off x="457200" y="2514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진행 순서</a:t>
            </a:r>
            <a:endParaRPr sz="1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712693F-7363-4312-B6B9-D95AEA12851D}"/>
              </a:ext>
            </a:extLst>
          </p:cNvPr>
          <p:cNvSpPr>
            <a:spLocks noGrp="1"/>
          </p:cNvSpPr>
          <p:nvPr/>
        </p:nvSpPr>
        <p:spPr>
          <a:xfrm>
            <a:off x="457200" y="2880360"/>
            <a:ext cx="6035040" cy="338328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NativeCallLab 프로젝트 · 리플렉션으로 android.os.ServiceManager.getService("led.auth")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binder.getInterfaceDescriptor() → ILedAuthService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Parcel: writeInterfaceToken("ILedAuthService") → transact(1) → reply.readException()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8 서버 실행 중 앱 실행 → SecurityException</a:t>
            </a:r>
            <a:endParaRPr sz="120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sz="120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(과제) platform 키 서명 + sharedUserId=android.uid.system → 성공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18A38C2-C7BA-4B19-808B-CDE26F78C56A}"/>
              </a:ext>
            </a:extLst>
          </p:cNvPr>
          <p:cNvSpPr>
            <a:spLocks noGrp="1"/>
          </p:cNvSpPr>
          <p:nvPr/>
        </p:nvSpPr>
        <p:spPr>
          <a:xfrm>
            <a:off x="6858000" y="251460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6A7D8F9-2E89-4786-B7A2-0B5377C179AD}"/>
              </a:ext>
            </a:extLst>
          </p:cNvPr>
          <p:cNvSpPr>
            <a:spLocks noGrp="1"/>
          </p:cNvSpPr>
          <p:nvPr/>
        </p:nvSpPr>
        <p:spPr>
          <a:xfrm>
            <a:off x="7040880" y="25603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확인 포인트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F7C834D-BC07-4CE4-A01A-4C74EFA3ADF8}"/>
              </a:ext>
            </a:extLst>
          </p:cNvPr>
          <p:cNvSpPr>
            <a:spLocks noGrp="1"/>
          </p:cNvSpPr>
          <p:nvPr/>
        </p:nvSpPr>
        <p:spPr>
          <a:xfrm>
            <a:off x="7040880" y="2880360"/>
            <a:ext cx="4480560" cy="141732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descriptor 가 ILedAuthService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readException → SecurityException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서버 로그 uid = App uid (10xxx)</a:t>
            </a:r>
            <a:endParaRPr sz="10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0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hidden API 라 리플렉션 필요</a:t>
            </a:r>
            <a:endParaRPr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994C58E-E5C1-4F7D-8FBE-E4CEA6F03FF8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oundRect">
            <a:avLst>
              <a:gd name="adj" fmla="val 28571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8512C22-3B57-4545-A47F-B6B4F602BC26}"/>
              </a:ext>
            </a:extLst>
          </p:cNvPr>
          <p:cNvSpPr>
            <a:spLocks noGrp="1"/>
          </p:cNvSpPr>
          <p:nvPr/>
        </p:nvSpPr>
        <p:spPr>
          <a:xfrm>
            <a:off x="6858000" y="56692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애니메이션 6 · UID 접근 제어</a:t>
            </a:r>
            <a:endParaRPr sz="1150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61436" y="4480560"/>
            <a:ext cx="4839449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8111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0FD4D0-D772-4422-A883-B64009EAFB0B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EA7133-4A9D-4931-A4E7-74CE6D1AAE54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Part 3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D3CD12-2D11-4911-9BAD-1FDFCAE74449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실습 13 (데모) · Binder 호출 비용 · strace 로 ioctl 관찰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F9A903-AF60-48DB-AE2B-F60790082C5A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064553C-D868-43B8-AB06-D99CA4E1620D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28</a:t>
            </a:r>
            <a:endParaRPr sz="9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601B374-4C54-470A-9508-38938A6208D0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7498080" cy="2377440"/>
          </a:xfrm>
          <a:prstGeom prst="roundRect">
            <a:avLst>
              <a:gd name="adj" fmla="val 3077"/>
            </a:avLst>
          </a:prstGeom>
          <a:solidFill>
            <a:srgbClr val="1B2633"/>
          </a:solidFill>
          <a:ln w="12700">
            <a:solidFill>
              <a:srgbClr val="1B26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1AD6A11-33DA-4040-9890-182B1B404843}"/>
              </a:ext>
            </a:extLst>
          </p:cNvPr>
          <p:cNvSpPr>
            <a:spLocks noGrp="1"/>
          </p:cNvSpPr>
          <p:nvPr/>
        </p:nvSpPr>
        <p:spPr>
          <a:xfrm>
            <a:off x="566928" y="1810512"/>
            <a:ext cx="7278624" cy="2231136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$ strace -f -e trace=ioctl,mmap,openat /data/my_client_test_4 50 2&gt;&amp;1 | grep -E "binder|ioctl"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openat(AT_FDCWD, "/dev/binderfs/binder", O_RDWR|O_CLOEXEC) = 3      ← ProcessState::self()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ioctl(3, BINDER_VERSION, ...) = 0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mmap(NULL, 1040384, PROT_READ, MAP_PRIVATE|MAP_NORESERVE, 3, 0)      ← 1 MB − 8 KB Buffer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ioctl(3, BINDER_SET_MAX_THREADS, [15]) = 0                          ← Thread Pool 상한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ioctl(3, BINDER_WRITE_READ, ...) = 0                                ← checkService (handle 0)</a:t>
            </a:r>
            <a:endParaRPr sz="1100"/>
          </a:p>
          <a:p>
            <a:pPr marL="0" indent="0">
              <a:buNone/>
            </a:pPr>
            <a:r>
              <a:rPr sz="1100">
                <a:solidFill>
                  <a:srgbClr val="DCE6F0"/>
                </a:solidFill>
                <a:latin typeface="Courier New"/>
                <a:ea typeface="Courier New"/>
                <a:cs typeface="Courier New"/>
              </a:rPr>
              <a:t>ioctl(3, BINDER_WRITE_READ, ...) = 0                                ← ledOn() transact</a:t>
            </a:r>
            <a:endParaRPr sz="1100"/>
          </a:p>
        </p:txBody>
      </p:sp>
      <p:graphicFrame>
        <p:nvGraphicFramePr>
          <p:cNvPr id="21" name="Table 0"/>
          <p:cNvGraphicFramePr/>
          <p:nvPr/>
        </p:nvGraphicFramePr>
        <p:xfrm>
          <a:off x="457200" y="4297680"/>
          <a:ext cx="7498080" cy="12573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관찰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의미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30~80 µs / call (Emulator)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Binder 왕복 비용 — 루프 안에서 IPC 금지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openat + mmap 1 MB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ProcessState 생성 시 1회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BINDER_WRITE_READ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모든 transact() 의 실체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startThreadPool 없음 → tid 동일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main 하나가 순차 처리 · 있으면 tid 분산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29705" y="1737360"/>
            <a:ext cx="3474511" cy="416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9545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FF5EA3B-C4E6-48E2-BA75-C300AB4C53D7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57665B-8F70-4472-A3E5-3B7849213CFC}"/>
              </a:ext>
            </a:extLst>
          </p:cNvPr>
          <p:cNvSpPr>
            <a:spLocks noGrp="1"/>
          </p:cNvSpPr>
          <p:nvPr/>
        </p:nvSpPr>
        <p:spPr>
          <a:xfrm>
            <a:off x="457200" y="411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정리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3F464EE-634C-497D-9404-81850DFA26D6}"/>
              </a:ext>
            </a:extLst>
          </p:cNvPr>
          <p:cNvSpPr>
            <a:spLocks noGrp="1"/>
          </p:cNvSpPr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 2 Worksheet — 20문제, 20분</a:t>
            </a:r>
            <a:endParaRPr sz="30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7AC6C41-5685-4A74-A565-30A282FF1DE5}"/>
              </a:ext>
            </a:extLst>
          </p:cNvPr>
          <p:cNvSpPr>
            <a:spLocks noGrp="1"/>
          </p:cNvSpPr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Android Framework 16 심화 · Day 2</a:t>
            </a:r>
            <a:endParaRPr sz="9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0EB7293-55DB-4A54-A548-28E63E790DBA}"/>
              </a:ext>
            </a:extLst>
          </p:cNvPr>
          <p:cNvSpPr>
            <a:spLocks noGrp="1"/>
          </p:cNvSpPr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29</a:t>
            </a:r>
            <a:endParaRPr sz="900"/>
          </a:p>
        </p:txBody>
      </p:sp>
      <p:graphicFrame>
        <p:nvGraphicFramePr>
          <p:cNvPr id="20" name="Table 0"/>
          <p:cNvGraphicFramePr/>
          <p:nvPr/>
        </p:nvGraphicFramePr>
        <p:xfrm>
          <a:off x="457200" y="1737360"/>
          <a:ext cx="7498080" cy="18288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유형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문제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범위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2431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객관식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Q1 ~ Q8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ProcessState · BBinder · interface_cast · FIRST_CALL_TRANSACTION · writeStrongBinder · libbinder_ndk · permissive · start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단답형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Q9 ~ Q13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joinThreadPool · getCallingUid · 1000 · aidl_interface · servicemanager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빈칸 채우기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Q14 ~ Q17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META 매크로 · writeInterfaceToken/CHECK_INTERFACE · Status/_aidl_return · HAL 이름 규칙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순번 지정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Q18 ~ Q19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ledOn(70) 처리 순서 · init.rc 데몬 등록 순서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선잇기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Q20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>
                          <a:solidFill>
                            <a:srgbClr val="1C242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</a:rPr>
                        <a:t>C++ 클래스 ↔ Java 클래스</a:t>
                      </a:r>
                      <a:endParaRPr sz="105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/>
                      </a:endParaRPr>
                    </a:p>
                  </a:txBody>
                  <a:tcPr marL="45720" marR="45720" anchor="ctr">
                    <a:lnL w="6350" cmpd="sng">
                      <a:solidFill>
                        <a:srgbClr val="D9DEE3"/>
                      </a:solidFill>
                      <a:prstDash val="solid"/>
                    </a:lnL>
                    <a:lnR w="6350" cmpd="sng">
                      <a:solidFill>
                        <a:srgbClr val="D9DEE3"/>
                      </a:solidFill>
                      <a:prstDash val="solid"/>
                    </a:lnR>
                    <a:lnT w="6350" cmpd="sng">
                      <a:solidFill>
                        <a:srgbClr val="D9DEE3"/>
                      </a:solidFill>
                      <a:prstDash val="solid"/>
                    </a:lnT>
                    <a:lnB w="6350" cmpd="sng">
                      <a:solidFill>
                        <a:srgbClr val="D9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>
            <a:extLst>
              <a:ext uri="{FF2B5EF4-FFF2-40B4-BE49-F238E27FC236}">
                <a16:creationId xmlns:a16="http://schemas.microsoft.com/office/drawing/2014/main" id="{18EE08FE-7C40-497E-A512-3779F1DAD297}"/>
              </a:ext>
            </a:extLst>
          </p:cNvPr>
          <p:cNvSpPr>
            <a:spLocks noGrp="1"/>
          </p:cNvSpPr>
          <p:nvPr/>
        </p:nvSpPr>
        <p:spPr>
          <a:xfrm>
            <a:off x="457200" y="4389120"/>
            <a:ext cx="7315200" cy="1371600"/>
          </a:xfrm>
          <a:prstGeom prst="rect">
            <a:avLst/>
          </a:prstGeom>
          <a:noFill/>
        </p:spPr>
        <p:txBody>
          <a:bodyPr wrap="square" lIns="25400" tIns="25400" rIns="25400" bIns="2540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Day2_Worksheet.html 을 열어 풀고 채점하기 → 문제별 해설 확인</a:t>
            </a:r>
            <a:endParaRPr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종이로 풀 경우 인쇄 (문제만) → 강사가 정답·해설 모두 보기로 풀이</a:t>
            </a:r>
            <a:endParaRPr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sz="1250">
                <a:solidFill>
                  <a:srgbClr val="1C242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16 / 20 이상이면 오늘 내용을 충분히 이해한 것</a:t>
            </a:r>
            <a:endParaRPr sz="125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C6A9FE7-E626-48E1-918E-3517F17364E8}"/>
              </a:ext>
            </a:extLst>
          </p:cNvPr>
          <p:cNvSpPr>
            <a:spLocks noGrp="1"/>
          </p:cNvSpPr>
          <p:nvPr/>
        </p:nvSpPr>
        <p:spPr>
          <a:xfrm>
            <a:off x="8229600" y="4480560"/>
            <a:ext cx="3657600" cy="384048"/>
          </a:xfrm>
          <a:prstGeom prst="roundRect">
            <a:avLst>
              <a:gd name="adj" fmla="val 28571"/>
            </a:avLst>
          </a:prstGeom>
          <a:solidFill>
            <a:srgbClr val="1B8E88"/>
          </a:solidFill>
          <a:ln w="12700">
            <a:solidFill>
              <a:srgbClr val="1B8E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81EE37D-8203-426B-B424-E611AB1CCDD3}"/>
              </a:ext>
            </a:extLst>
          </p:cNvPr>
          <p:cNvSpPr>
            <a:spLocks noGrp="1"/>
          </p:cNvSpPr>
          <p:nvPr/>
        </p:nvSpPr>
        <p:spPr>
          <a:xfrm>
            <a:off x="8229600" y="448056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 u="sng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hlinkClick r:id="rId3"/>
              </a:rPr>
              <a:t>▶  Day 2 Worksheet 열기</a:t>
            </a:r>
            <a:endParaRPr sz="1150"/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31128" y="1737360"/>
            <a:ext cx="3471664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799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5FBB4F7-2BDD-4ED1-8AB4-09F2DA1CC0E1}"/>
              </a:ext>
            </a:extLst>
          </p:cNvPr>
          <p:cNvSpPr>
            <a:spLocks noGrp="1"/>
          </p:cNvSpPr>
          <p:nvPr/>
        </p:nvSpPr>
        <p:spPr>
          <a:xfrm>
            <a:off x="731520" y="64008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9971C"/>
          </a:solidFill>
          <a:ln w="12700">
            <a:solidFill>
              <a:srgbClr val="D997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F21F39-2EC2-47C2-9E98-EA68C84FC275}"/>
              </a:ext>
            </a:extLst>
          </p:cNvPr>
          <p:cNvSpPr>
            <a:spLocks noGrp="1"/>
          </p:cNvSpPr>
          <p:nvPr/>
        </p:nvSpPr>
        <p:spPr>
          <a:xfrm>
            <a:off x="731520" y="6400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 2 정리</a:t>
            </a:r>
            <a:endParaRPr sz="1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7711A2C-5529-47BF-A4DE-520B25DE2785}"/>
              </a:ext>
            </a:extLst>
          </p:cNvPr>
          <p:cNvSpPr>
            <a:spLocks noGrp="1"/>
          </p:cNvSpPr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오늘 확인한 것</a:t>
            </a:r>
            <a:endParaRPr sz="3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9BD52C1-2C41-4DB1-B8AE-FA262CB66925}"/>
              </a:ext>
            </a:extLst>
          </p:cNvPr>
          <p:cNvSpPr>
            <a:spLocks noGrp="1"/>
          </p:cNvSpPr>
          <p:nvPr/>
        </p:nvSpPr>
        <p:spPr>
          <a:xfrm>
            <a:off x="731520" y="192024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10C2FB2-9361-49B7-8CA5-42BB14E2D74E}"/>
              </a:ext>
            </a:extLst>
          </p:cNvPr>
          <p:cNvSpPr>
            <a:spLocks noGrp="1"/>
          </p:cNvSpPr>
          <p:nvPr/>
        </p:nvSpPr>
        <p:spPr>
          <a:xfrm>
            <a:off x="731520" y="192024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5B9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libbinder</a:t>
            </a:r>
            <a:endParaRPr sz="13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79E350B-3A0E-4C5F-A989-5AD451B5E66B}"/>
              </a:ext>
            </a:extLst>
          </p:cNvPr>
          <p:cNvSpPr>
            <a:spLocks noGrp="1"/>
          </p:cNvSpPr>
          <p:nvPr/>
        </p:nvSpPr>
        <p:spPr>
          <a:xfrm>
            <a:off x="2926080" y="192024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DCE6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ProcessState(Process) · IPCThreadState(Thread) · BBinder/BpBinder · BnInterface/BpInterface</a:t>
            </a:r>
            <a:endParaRPr sz="12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F6421C9-4FE5-43A8-B7FC-D806DEA8324E}"/>
              </a:ext>
            </a:extLst>
          </p:cNvPr>
          <p:cNvSpPr>
            <a:spLocks noGrp="1"/>
          </p:cNvSpPr>
          <p:nvPr/>
        </p:nvSpPr>
        <p:spPr>
          <a:xfrm>
            <a:off x="731520" y="269748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D10EEC4-B224-4934-900F-7F0E0FCD7026}"/>
              </a:ext>
            </a:extLst>
          </p:cNvPr>
          <p:cNvSpPr>
            <a:spLocks noGrp="1"/>
          </p:cNvSpPr>
          <p:nvPr/>
        </p:nvSpPr>
        <p:spPr>
          <a:xfrm>
            <a:off x="731520" y="269748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5B9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수작업 Bn/Bp</a:t>
            </a:r>
            <a:endParaRPr sz="13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A98A77B-B0EB-4D9F-8D40-CD6BAA351D79}"/>
              </a:ext>
            </a:extLst>
          </p:cNvPr>
          <p:cNvSpPr>
            <a:spLocks noGrp="1"/>
          </p:cNvSpPr>
          <p:nvPr/>
        </p:nvSpPr>
        <p:spPr>
          <a:xfrm>
            <a:off x="2926080" y="269748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DCE6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META 매크로 · interface_cast 분기 · Parcel 은 순서가 계약 · IBinder 는 node→handle</a:t>
            </a:r>
            <a:endParaRPr sz="12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7D5EAB8-C921-4B5A-AD47-092AFB9B1905}"/>
              </a:ext>
            </a:extLst>
          </p:cNvPr>
          <p:cNvSpPr>
            <a:spLocks noGrp="1"/>
          </p:cNvSpPr>
          <p:nvPr/>
        </p:nvSpPr>
        <p:spPr>
          <a:xfrm>
            <a:off x="731520" y="347472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5B998B1-AA27-4918-8247-D9222C8A9F87}"/>
              </a:ext>
            </a:extLst>
          </p:cNvPr>
          <p:cNvSpPr>
            <a:spLocks noGrp="1"/>
          </p:cNvSpPr>
          <p:nvPr/>
        </p:nvSpPr>
        <p:spPr>
          <a:xfrm>
            <a:off x="731520" y="347472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5B9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AIDL</a:t>
            </a:r>
            <a:endParaRPr sz="13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3FA62CC-13D6-4AEA-B661-3798DE5E9372}"/>
              </a:ext>
            </a:extLst>
          </p:cNvPr>
          <p:cNvSpPr>
            <a:spLocks noGrp="1"/>
          </p:cNvSpPr>
          <p:nvPr/>
        </p:nvSpPr>
        <p:spPr>
          <a:xfrm>
            <a:off x="2926080" y="347472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DCE6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aidl_interface 가 Bn/Bp/I 생성 · Status 가 예외 · ndk backend 는 vendor 용</a:t>
            </a:r>
            <a:endParaRPr sz="12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3CB9F57-8B8C-424E-94B0-4E29F8AEC129}"/>
              </a:ext>
            </a:extLst>
          </p:cNvPr>
          <p:cNvSpPr>
            <a:spLocks noGrp="1"/>
          </p:cNvSpPr>
          <p:nvPr/>
        </p:nvSpPr>
        <p:spPr>
          <a:xfrm>
            <a:off x="731520" y="425196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43F2C67-5DDA-4191-B413-06959D819C41}"/>
              </a:ext>
            </a:extLst>
          </p:cNvPr>
          <p:cNvSpPr>
            <a:spLocks noGrp="1"/>
          </p:cNvSpPr>
          <p:nvPr/>
        </p:nvSpPr>
        <p:spPr>
          <a:xfrm>
            <a:off x="731520" y="425196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5B9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보안·시스템</a:t>
            </a:r>
            <a:endParaRPr sz="13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0F12846-CB5B-40CC-82E4-D83E59074B1F}"/>
              </a:ext>
            </a:extLst>
          </p:cNvPr>
          <p:cNvSpPr>
            <a:spLocks noGrp="1"/>
          </p:cNvSpPr>
          <p:nvPr/>
        </p:nvSpPr>
        <p:spPr>
          <a:xfrm>
            <a:off x="2926080" y="425196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DCE6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getCallingUid 는 커널 보증 · init.rc 로 uid 고정 · SELinux 도메인×객체×권한</a:t>
            </a:r>
            <a:endParaRPr sz="12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90D827A-4E42-43BE-A2EB-B23379DB41A8}"/>
              </a:ext>
            </a:extLst>
          </p:cNvPr>
          <p:cNvSpPr>
            <a:spLocks noGrp="1"/>
          </p:cNvSpPr>
          <p:nvPr/>
        </p:nvSpPr>
        <p:spPr>
          <a:xfrm>
            <a:off x="731520" y="502920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4313F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0D85B25-AFB3-46D9-A5AE-D38485D8E650}"/>
              </a:ext>
            </a:extLst>
          </p:cNvPr>
          <p:cNvSpPr>
            <a:spLocks noGrp="1"/>
          </p:cNvSpPr>
          <p:nvPr/>
        </p:nvSpPr>
        <p:spPr>
          <a:xfrm>
            <a:off x="731520" y="502920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5B9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HAL</a:t>
            </a:r>
            <a:endParaRPr sz="13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B39FD79-5F0B-42AC-931A-A5397D94C72B}"/>
              </a:ext>
            </a:extLst>
          </p:cNvPr>
          <p:cNvSpPr>
            <a:spLocks noGrp="1"/>
          </p:cNvSpPr>
          <p:nvPr/>
        </p:nvSpPr>
        <p:spPr>
          <a:xfrm>
            <a:off x="2926080" y="502920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DCE6F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system/vendor 경계 · &lt;pkg&gt;.&lt;I&gt;/&lt;inst&gt; · libbinder_ndk · VINTF manifest ↔ matrix</a:t>
            </a:r>
            <a:endParaRPr sz="12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82AE443-2120-4D78-9F53-A184B7DB3BD3}"/>
              </a:ext>
            </a:extLst>
          </p:cNvPr>
          <p:cNvSpPr>
            <a:spLocks noGrp="1"/>
          </p:cNvSpPr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i="1">
                <a:solidFill>
                  <a:srgbClr val="8A97A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Day 3 예고 — JNI · SurfaceFlinger 클라이언트(SurfaceComposerClient, VSync) · Memory / LMKD</a:t>
            </a:r>
            <a:endParaRPr sz="1400"/>
          </a:p>
        </p:txBody>
      </p:sp>
      <p:pic>
        <p:nvPicPr>
          <p:cNvPr id="43" name="그림 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95360" y="1921678"/>
            <a:ext cx="2926080" cy="370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14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11754</Words>
  <Application>Microsoft Office PowerPoint</Application>
  <DocSecurity>0</DocSecurity>
  <PresentationFormat>와이드스크린</PresentationFormat>
  <Paragraphs>622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jungin kim</cp:lastModifiedBy>
  <cp:revision>1</cp:revision>
  <dcterms:created xsi:type="dcterms:W3CDTF">2026-09-15T14:18:48Z</dcterms:created>
  <dcterms:modified xsi:type="dcterms:W3CDTF">2026-09-15T15:28:17Z</dcterms:modified>
</cp:coreProperties>
</file>